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32"/>
  </p:notesMasterIdLst>
  <p:sldIdLst>
    <p:sldId id="256" r:id="rId2"/>
    <p:sldId id="257" r:id="rId3"/>
    <p:sldId id="258" r:id="rId4"/>
    <p:sldId id="259" r:id="rId5"/>
    <p:sldId id="273" r:id="rId6"/>
    <p:sldId id="290" r:id="rId7"/>
    <p:sldId id="291" r:id="rId8"/>
    <p:sldId id="292" r:id="rId9"/>
    <p:sldId id="293" r:id="rId10"/>
    <p:sldId id="294" r:id="rId11"/>
    <p:sldId id="295" r:id="rId12"/>
    <p:sldId id="296" r:id="rId13"/>
    <p:sldId id="297" r:id="rId14"/>
    <p:sldId id="298" r:id="rId15"/>
    <p:sldId id="299" r:id="rId16"/>
    <p:sldId id="260" r:id="rId17"/>
    <p:sldId id="261" r:id="rId18"/>
    <p:sldId id="263" r:id="rId19"/>
    <p:sldId id="265" r:id="rId20"/>
    <p:sldId id="277" r:id="rId21"/>
    <p:sldId id="264" r:id="rId22"/>
    <p:sldId id="266" r:id="rId23"/>
    <p:sldId id="278" r:id="rId24"/>
    <p:sldId id="279" r:id="rId25"/>
    <p:sldId id="280" r:id="rId26"/>
    <p:sldId id="267" r:id="rId27"/>
    <p:sldId id="268" r:id="rId28"/>
    <p:sldId id="269" r:id="rId29"/>
    <p:sldId id="271" r:id="rId30"/>
    <p:sldId id="272" r:id="rId31"/>
  </p:sldIdLst>
  <p:sldSz cx="19010313" cy="10693400"/>
  <p:notesSz cx="7556500" cy="106934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44">
          <p15:clr>
            <a:srgbClr val="A4A3A4"/>
          </p15:clr>
        </p15:guide>
        <p15:guide id="2" pos="11124">
          <p15:clr>
            <a:srgbClr val="A4A3A4"/>
          </p15:clr>
        </p15:guide>
        <p15:guide id="3" orient="horz" pos="6344">
          <p15:clr>
            <a:srgbClr val="A4A3A4"/>
          </p15:clr>
        </p15:guide>
        <p15:guide id="4" pos="61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05F2B6C-9473-4597-A37A-726F55260CFD}">
  <a:tblStyle styleId="{105F2B6C-9473-4597-A37A-726F55260CFD}"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a:tcStyle>
        <a:tcBdr/>
        <a:fill>
          <a:solidFill>
            <a:srgbClr val="CDD4EA"/>
          </a:solidFill>
        </a:fill>
      </a:tcStyle>
    </a:band1H>
    <a:band2H>
      <a:tcTxStyle/>
      <a:tcStyle>
        <a:tcBdr/>
      </a:tcStyle>
    </a:band2H>
    <a:band1V>
      <a:tcTxStyle/>
      <a:tcStyle>
        <a:tcBdr/>
        <a:fill>
          <a:solidFill>
            <a:srgbClr val="CDD4EA"/>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525" autoAdjust="0"/>
    <p:restoredTop sz="93672" autoAdjust="0"/>
  </p:normalViewPr>
  <p:slideViewPr>
    <p:cSldViewPr snapToGrid="0">
      <p:cViewPr varScale="1">
        <p:scale>
          <a:sx n="51" d="100"/>
          <a:sy n="51" d="100"/>
        </p:scale>
        <p:origin x="835" y="67"/>
      </p:cViewPr>
      <p:guideLst>
        <p:guide orient="horz" pos="344"/>
        <p:guide pos="11124"/>
        <p:guide orient="horz" pos="6344"/>
        <p:guide pos="6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275013" cy="53657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4279900" y="0"/>
            <a:ext cx="3275013" cy="536575"/>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571500"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55650" y="5146675"/>
            <a:ext cx="6045200" cy="42100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10156825"/>
            <a:ext cx="3275013" cy="536575"/>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4279900" y="10156825"/>
            <a:ext cx="3275013" cy="536575"/>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571500"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755650" y="5146675"/>
            <a:ext cx="6045200"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1:notes"/>
          <p:cNvSpPr txBox="1">
            <a:spLocks noGrp="1"/>
          </p:cNvSpPr>
          <p:nvPr>
            <p:ph type="sldNum" idx="12"/>
          </p:nvPr>
        </p:nvSpPr>
        <p:spPr>
          <a:xfrm>
            <a:off x="4279900" y="10156825"/>
            <a:ext cx="3275013" cy="53657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2:notes"/>
          <p:cNvSpPr txBox="1">
            <a:spLocks noGrp="1"/>
          </p:cNvSpPr>
          <p:nvPr>
            <p:ph type="body" idx="1"/>
          </p:nvPr>
        </p:nvSpPr>
        <p:spPr>
          <a:xfrm>
            <a:off x="755650" y="5146675"/>
            <a:ext cx="6045200"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2:notes"/>
          <p:cNvSpPr>
            <a:spLocks noGrp="1" noRot="1" noChangeAspect="1"/>
          </p:cNvSpPr>
          <p:nvPr>
            <p:ph type="sldImg" idx="2"/>
          </p:nvPr>
        </p:nvSpPr>
        <p:spPr>
          <a:xfrm>
            <a:off x="571500"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3:notes"/>
          <p:cNvSpPr txBox="1">
            <a:spLocks noGrp="1"/>
          </p:cNvSpPr>
          <p:nvPr>
            <p:ph type="body" idx="1"/>
          </p:nvPr>
        </p:nvSpPr>
        <p:spPr>
          <a:xfrm>
            <a:off x="755650" y="5146675"/>
            <a:ext cx="6045200"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1" name="Google Shape;131;p3:notes"/>
          <p:cNvSpPr>
            <a:spLocks noGrp="1" noRot="1" noChangeAspect="1"/>
          </p:cNvSpPr>
          <p:nvPr>
            <p:ph type="sldImg" idx="2"/>
          </p:nvPr>
        </p:nvSpPr>
        <p:spPr>
          <a:xfrm>
            <a:off x="571500"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4:notes"/>
          <p:cNvSpPr txBox="1">
            <a:spLocks noGrp="1"/>
          </p:cNvSpPr>
          <p:nvPr>
            <p:ph type="body" idx="1"/>
          </p:nvPr>
        </p:nvSpPr>
        <p:spPr>
          <a:xfrm>
            <a:off x="755650" y="5146675"/>
            <a:ext cx="6045200"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8" name="Google Shape;148;p4:notes"/>
          <p:cNvSpPr>
            <a:spLocks noGrp="1" noRot="1" noChangeAspect="1"/>
          </p:cNvSpPr>
          <p:nvPr>
            <p:ph type="sldImg" idx="2"/>
          </p:nvPr>
        </p:nvSpPr>
        <p:spPr>
          <a:xfrm>
            <a:off x="571500"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5:notes"/>
          <p:cNvSpPr txBox="1">
            <a:spLocks noGrp="1"/>
          </p:cNvSpPr>
          <p:nvPr>
            <p:ph type="body" idx="1"/>
          </p:nvPr>
        </p:nvSpPr>
        <p:spPr>
          <a:xfrm>
            <a:off x="755650" y="5146675"/>
            <a:ext cx="6045200"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66" name="Google Shape;166;p5:notes"/>
          <p:cNvSpPr>
            <a:spLocks noGrp="1" noRot="1" noChangeAspect="1"/>
          </p:cNvSpPr>
          <p:nvPr>
            <p:ph type="sldImg" idx="2"/>
          </p:nvPr>
        </p:nvSpPr>
        <p:spPr>
          <a:xfrm>
            <a:off x="571500"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6:notes"/>
          <p:cNvSpPr txBox="1">
            <a:spLocks noGrp="1"/>
          </p:cNvSpPr>
          <p:nvPr>
            <p:ph type="body" idx="1"/>
          </p:nvPr>
        </p:nvSpPr>
        <p:spPr>
          <a:xfrm>
            <a:off x="755650" y="5146675"/>
            <a:ext cx="6045200"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4" name="Google Shape;184;p6:notes"/>
          <p:cNvSpPr>
            <a:spLocks noGrp="1" noRot="1" noChangeAspect="1"/>
          </p:cNvSpPr>
          <p:nvPr>
            <p:ph type="sldImg" idx="2"/>
          </p:nvPr>
        </p:nvSpPr>
        <p:spPr>
          <a:xfrm>
            <a:off x="571500"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8:notes"/>
          <p:cNvSpPr txBox="1">
            <a:spLocks noGrp="1"/>
          </p:cNvSpPr>
          <p:nvPr>
            <p:ph type="body" idx="1"/>
          </p:nvPr>
        </p:nvSpPr>
        <p:spPr>
          <a:xfrm>
            <a:off x="755650" y="5146675"/>
            <a:ext cx="6045200"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8" name="Google Shape;218;p8:notes"/>
          <p:cNvSpPr>
            <a:spLocks noGrp="1" noRot="1" noChangeAspect="1"/>
          </p:cNvSpPr>
          <p:nvPr>
            <p:ph type="sldImg" idx="2"/>
          </p:nvPr>
        </p:nvSpPr>
        <p:spPr>
          <a:xfrm>
            <a:off x="571500"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10:notes"/>
          <p:cNvSpPr txBox="1">
            <a:spLocks noGrp="1"/>
          </p:cNvSpPr>
          <p:nvPr>
            <p:ph type="body" idx="1"/>
          </p:nvPr>
        </p:nvSpPr>
        <p:spPr>
          <a:xfrm>
            <a:off x="755650" y="5146675"/>
            <a:ext cx="6045200"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4" name="Google Shape;254;p10:notes"/>
          <p:cNvSpPr>
            <a:spLocks noGrp="1" noRot="1" noChangeAspect="1"/>
          </p:cNvSpPr>
          <p:nvPr>
            <p:ph type="sldImg" idx="2"/>
          </p:nvPr>
        </p:nvSpPr>
        <p:spPr>
          <a:xfrm>
            <a:off x="571500"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9:notes"/>
          <p:cNvSpPr txBox="1">
            <a:spLocks noGrp="1"/>
          </p:cNvSpPr>
          <p:nvPr>
            <p:ph type="body" idx="1"/>
          </p:nvPr>
        </p:nvSpPr>
        <p:spPr>
          <a:xfrm>
            <a:off x="755650" y="5146675"/>
            <a:ext cx="6045200"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6" name="Google Shape;236;p9:notes"/>
          <p:cNvSpPr>
            <a:spLocks noGrp="1" noRot="1" noChangeAspect="1"/>
          </p:cNvSpPr>
          <p:nvPr>
            <p:ph type="sldImg" idx="2"/>
          </p:nvPr>
        </p:nvSpPr>
        <p:spPr>
          <a:xfrm>
            <a:off x="571500"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11:notes"/>
          <p:cNvSpPr txBox="1">
            <a:spLocks noGrp="1"/>
          </p:cNvSpPr>
          <p:nvPr>
            <p:ph type="body" idx="1"/>
          </p:nvPr>
        </p:nvSpPr>
        <p:spPr>
          <a:xfrm>
            <a:off x="755650" y="5146675"/>
            <a:ext cx="6045200"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2" name="Google Shape;272;p11:notes"/>
          <p:cNvSpPr>
            <a:spLocks noGrp="1" noRot="1" noChangeAspect="1"/>
          </p:cNvSpPr>
          <p:nvPr>
            <p:ph type="sldImg" idx="2"/>
          </p:nvPr>
        </p:nvSpPr>
        <p:spPr>
          <a:xfrm>
            <a:off x="571500"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12:notes"/>
          <p:cNvSpPr txBox="1">
            <a:spLocks noGrp="1"/>
          </p:cNvSpPr>
          <p:nvPr>
            <p:ph type="body" idx="1"/>
          </p:nvPr>
        </p:nvSpPr>
        <p:spPr>
          <a:xfrm>
            <a:off x="755650" y="5146675"/>
            <a:ext cx="6045200"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0" name="Google Shape;290;p12:notes"/>
          <p:cNvSpPr>
            <a:spLocks noGrp="1" noRot="1" noChangeAspect="1"/>
          </p:cNvSpPr>
          <p:nvPr>
            <p:ph type="sldImg" idx="2"/>
          </p:nvPr>
        </p:nvSpPr>
        <p:spPr>
          <a:xfrm>
            <a:off x="571500"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p13:notes"/>
          <p:cNvSpPr txBox="1">
            <a:spLocks noGrp="1"/>
          </p:cNvSpPr>
          <p:nvPr>
            <p:ph type="body" idx="1"/>
          </p:nvPr>
        </p:nvSpPr>
        <p:spPr>
          <a:xfrm>
            <a:off x="755650" y="5146675"/>
            <a:ext cx="6045200"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8" name="Google Shape;308;p13:notes"/>
          <p:cNvSpPr>
            <a:spLocks noGrp="1" noRot="1" noChangeAspect="1"/>
          </p:cNvSpPr>
          <p:nvPr>
            <p:ph type="sldImg" idx="2"/>
          </p:nvPr>
        </p:nvSpPr>
        <p:spPr>
          <a:xfrm>
            <a:off x="571500"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p14:notes"/>
          <p:cNvSpPr txBox="1">
            <a:spLocks noGrp="1"/>
          </p:cNvSpPr>
          <p:nvPr>
            <p:ph type="body" idx="1"/>
          </p:nvPr>
        </p:nvSpPr>
        <p:spPr>
          <a:xfrm>
            <a:off x="755650" y="5146675"/>
            <a:ext cx="6045200"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6" name="Google Shape;326;p14:notes"/>
          <p:cNvSpPr>
            <a:spLocks noGrp="1" noRot="1" noChangeAspect="1"/>
          </p:cNvSpPr>
          <p:nvPr>
            <p:ph type="sldImg" idx="2"/>
          </p:nvPr>
        </p:nvSpPr>
        <p:spPr>
          <a:xfrm>
            <a:off x="571500"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p16:notes"/>
          <p:cNvSpPr txBox="1">
            <a:spLocks noGrp="1"/>
          </p:cNvSpPr>
          <p:nvPr>
            <p:ph type="body" idx="1"/>
          </p:nvPr>
        </p:nvSpPr>
        <p:spPr>
          <a:xfrm>
            <a:off x="755650" y="5146675"/>
            <a:ext cx="6045200"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0" name="Google Shape;360;p16:notes"/>
          <p:cNvSpPr>
            <a:spLocks noGrp="1" noRot="1" noChangeAspect="1"/>
          </p:cNvSpPr>
          <p:nvPr>
            <p:ph type="sldImg" idx="2"/>
          </p:nvPr>
        </p:nvSpPr>
        <p:spPr>
          <a:xfrm>
            <a:off x="571500"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p17:notes"/>
          <p:cNvSpPr txBox="1">
            <a:spLocks noGrp="1"/>
          </p:cNvSpPr>
          <p:nvPr>
            <p:ph type="body" idx="1"/>
          </p:nvPr>
        </p:nvSpPr>
        <p:spPr>
          <a:xfrm>
            <a:off x="755650" y="5146675"/>
            <a:ext cx="6045200"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7" name="Google Shape;377;p17:notes"/>
          <p:cNvSpPr>
            <a:spLocks noGrp="1" noRot="1" noChangeAspect="1"/>
          </p:cNvSpPr>
          <p:nvPr>
            <p:ph type="sldImg" idx="2"/>
          </p:nvPr>
        </p:nvSpPr>
        <p:spPr>
          <a:xfrm>
            <a:off x="571500"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2"/>
          <p:cNvSpPr txBox="1">
            <a:spLocks noGrp="1"/>
          </p:cNvSpPr>
          <p:nvPr>
            <p:ph type="dt" idx="10"/>
          </p:nvPr>
        </p:nvSpPr>
        <p:spPr>
          <a:xfrm>
            <a:off x="1306959" y="9911198"/>
            <a:ext cx="4277320" cy="5693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6297166" y="9911198"/>
            <a:ext cx="6415981" cy="5693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13426034" y="9911198"/>
            <a:ext cx="4277320" cy="5693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1306959" y="569326"/>
            <a:ext cx="16396395" cy="206689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1306959" y="2846623"/>
            <a:ext cx="16396395" cy="678486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559"/>
              </a:spcBef>
              <a:spcAft>
                <a:spcPts val="0"/>
              </a:spcAft>
              <a:buClr>
                <a:schemeClr val="dk1"/>
              </a:buClr>
              <a:buSzPts val="1800"/>
              <a:buChar char="•"/>
              <a:defRPr/>
            </a:lvl1pPr>
            <a:lvl2pPr marL="914400" lvl="1" indent="-342900" algn="l">
              <a:lnSpc>
                <a:spcPct val="90000"/>
              </a:lnSpc>
              <a:spcBef>
                <a:spcPts val="780"/>
              </a:spcBef>
              <a:spcAft>
                <a:spcPts val="0"/>
              </a:spcAft>
              <a:buClr>
                <a:schemeClr val="dk1"/>
              </a:buClr>
              <a:buSzPts val="1800"/>
              <a:buChar char="•"/>
              <a:defRPr/>
            </a:lvl2pPr>
            <a:lvl3pPr marL="1371600" lvl="2" indent="-342900" algn="l">
              <a:lnSpc>
                <a:spcPct val="90000"/>
              </a:lnSpc>
              <a:spcBef>
                <a:spcPts val="780"/>
              </a:spcBef>
              <a:spcAft>
                <a:spcPts val="0"/>
              </a:spcAft>
              <a:buClr>
                <a:schemeClr val="dk1"/>
              </a:buClr>
              <a:buSzPts val="1800"/>
              <a:buChar char="•"/>
              <a:defRPr/>
            </a:lvl3pPr>
            <a:lvl4pPr marL="1828800" lvl="3" indent="-342900" algn="l">
              <a:lnSpc>
                <a:spcPct val="90000"/>
              </a:lnSpc>
              <a:spcBef>
                <a:spcPts val="780"/>
              </a:spcBef>
              <a:spcAft>
                <a:spcPts val="0"/>
              </a:spcAft>
              <a:buClr>
                <a:schemeClr val="dk1"/>
              </a:buClr>
              <a:buSzPts val="1800"/>
              <a:buChar char="•"/>
              <a:defRPr/>
            </a:lvl4pPr>
            <a:lvl5pPr marL="2286000" lvl="4" indent="-342900" algn="l">
              <a:lnSpc>
                <a:spcPct val="90000"/>
              </a:lnSpc>
              <a:spcBef>
                <a:spcPts val="780"/>
              </a:spcBef>
              <a:spcAft>
                <a:spcPts val="0"/>
              </a:spcAft>
              <a:buClr>
                <a:schemeClr val="dk1"/>
              </a:buClr>
              <a:buSzPts val="1800"/>
              <a:buChar char="•"/>
              <a:defRPr/>
            </a:lvl5pPr>
            <a:lvl6pPr marL="2743200" lvl="5" indent="-342900" algn="l">
              <a:lnSpc>
                <a:spcPct val="90000"/>
              </a:lnSpc>
              <a:spcBef>
                <a:spcPts val="780"/>
              </a:spcBef>
              <a:spcAft>
                <a:spcPts val="0"/>
              </a:spcAft>
              <a:buClr>
                <a:schemeClr val="dk1"/>
              </a:buClr>
              <a:buSzPts val="1800"/>
              <a:buChar char="•"/>
              <a:defRPr/>
            </a:lvl6pPr>
            <a:lvl7pPr marL="3200400" lvl="6" indent="-342900" algn="l">
              <a:lnSpc>
                <a:spcPct val="90000"/>
              </a:lnSpc>
              <a:spcBef>
                <a:spcPts val="780"/>
              </a:spcBef>
              <a:spcAft>
                <a:spcPts val="0"/>
              </a:spcAft>
              <a:buClr>
                <a:schemeClr val="dk1"/>
              </a:buClr>
              <a:buSzPts val="1800"/>
              <a:buChar char="•"/>
              <a:defRPr/>
            </a:lvl7pPr>
            <a:lvl8pPr marL="3657600" lvl="7" indent="-342900" algn="l">
              <a:lnSpc>
                <a:spcPct val="90000"/>
              </a:lnSpc>
              <a:spcBef>
                <a:spcPts val="780"/>
              </a:spcBef>
              <a:spcAft>
                <a:spcPts val="0"/>
              </a:spcAft>
              <a:buClr>
                <a:schemeClr val="dk1"/>
              </a:buClr>
              <a:buSzPts val="1800"/>
              <a:buChar char="•"/>
              <a:defRPr/>
            </a:lvl8pPr>
            <a:lvl9pPr marL="4114800" lvl="8" indent="-342900" algn="l">
              <a:lnSpc>
                <a:spcPct val="90000"/>
              </a:lnSpc>
              <a:spcBef>
                <a:spcPts val="780"/>
              </a:spcBef>
              <a:spcAft>
                <a:spcPts val="0"/>
              </a:spcAft>
              <a:buClr>
                <a:schemeClr val="dk1"/>
              </a:buClr>
              <a:buSzPts val="1800"/>
              <a:buChar char="•"/>
              <a:defRPr/>
            </a:lvl9pPr>
          </a:lstStyle>
          <a:p>
            <a:endParaRPr/>
          </a:p>
        </p:txBody>
      </p:sp>
      <p:sp>
        <p:nvSpPr>
          <p:cNvPr id="28" name="Google Shape;28;p4"/>
          <p:cNvSpPr txBox="1">
            <a:spLocks noGrp="1"/>
          </p:cNvSpPr>
          <p:nvPr>
            <p:ph type="dt" idx="10"/>
          </p:nvPr>
        </p:nvSpPr>
        <p:spPr>
          <a:xfrm>
            <a:off x="1306959" y="9911198"/>
            <a:ext cx="4277320" cy="5693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6297166" y="9911198"/>
            <a:ext cx="6415981" cy="5693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13426034" y="9911198"/>
            <a:ext cx="4277320" cy="5693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1297058" y="2665925"/>
            <a:ext cx="16396395" cy="444815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9355"/>
              <a:buFont typeface="Calibri"/>
              <a:buNone/>
              <a:defRPr sz="9355"/>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1297058" y="7156164"/>
            <a:ext cx="16396395" cy="233918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559"/>
              </a:spcBef>
              <a:spcAft>
                <a:spcPts val="0"/>
              </a:spcAft>
              <a:buClr>
                <a:srgbClr val="888888"/>
              </a:buClr>
              <a:buSzPts val="3742"/>
              <a:buNone/>
              <a:defRPr sz="3741">
                <a:solidFill>
                  <a:srgbClr val="888888"/>
                </a:solidFill>
              </a:defRPr>
            </a:lvl1pPr>
            <a:lvl2pPr marL="914400" lvl="1" indent="-228600" algn="l">
              <a:lnSpc>
                <a:spcPct val="90000"/>
              </a:lnSpc>
              <a:spcBef>
                <a:spcPts val="780"/>
              </a:spcBef>
              <a:spcAft>
                <a:spcPts val="0"/>
              </a:spcAft>
              <a:buClr>
                <a:srgbClr val="888888"/>
              </a:buClr>
              <a:buSzPts val="3118"/>
              <a:buNone/>
              <a:defRPr sz="3118">
                <a:solidFill>
                  <a:srgbClr val="888888"/>
                </a:solidFill>
              </a:defRPr>
            </a:lvl2pPr>
            <a:lvl3pPr marL="1371600" lvl="2" indent="-228600" algn="l">
              <a:lnSpc>
                <a:spcPct val="90000"/>
              </a:lnSpc>
              <a:spcBef>
                <a:spcPts val="780"/>
              </a:spcBef>
              <a:spcAft>
                <a:spcPts val="0"/>
              </a:spcAft>
              <a:buClr>
                <a:srgbClr val="888888"/>
              </a:buClr>
              <a:buSzPts val="2807"/>
              <a:buNone/>
              <a:defRPr sz="2807">
                <a:solidFill>
                  <a:srgbClr val="888888"/>
                </a:solidFill>
              </a:defRPr>
            </a:lvl3pPr>
            <a:lvl4pPr marL="1828800" lvl="3" indent="-228600" algn="l">
              <a:lnSpc>
                <a:spcPct val="90000"/>
              </a:lnSpc>
              <a:spcBef>
                <a:spcPts val="780"/>
              </a:spcBef>
              <a:spcAft>
                <a:spcPts val="0"/>
              </a:spcAft>
              <a:buClr>
                <a:srgbClr val="888888"/>
              </a:buClr>
              <a:buSzPts val="2495"/>
              <a:buNone/>
              <a:defRPr sz="2495">
                <a:solidFill>
                  <a:srgbClr val="888888"/>
                </a:solidFill>
              </a:defRPr>
            </a:lvl4pPr>
            <a:lvl5pPr marL="2286000" lvl="4" indent="-228600" algn="l">
              <a:lnSpc>
                <a:spcPct val="90000"/>
              </a:lnSpc>
              <a:spcBef>
                <a:spcPts val="780"/>
              </a:spcBef>
              <a:spcAft>
                <a:spcPts val="0"/>
              </a:spcAft>
              <a:buClr>
                <a:srgbClr val="888888"/>
              </a:buClr>
              <a:buSzPts val="2495"/>
              <a:buNone/>
              <a:defRPr sz="2495">
                <a:solidFill>
                  <a:srgbClr val="888888"/>
                </a:solidFill>
              </a:defRPr>
            </a:lvl5pPr>
            <a:lvl6pPr marL="2743200" lvl="5" indent="-228600" algn="l">
              <a:lnSpc>
                <a:spcPct val="90000"/>
              </a:lnSpc>
              <a:spcBef>
                <a:spcPts val="780"/>
              </a:spcBef>
              <a:spcAft>
                <a:spcPts val="0"/>
              </a:spcAft>
              <a:buClr>
                <a:srgbClr val="888888"/>
              </a:buClr>
              <a:buSzPts val="2495"/>
              <a:buNone/>
              <a:defRPr sz="2495">
                <a:solidFill>
                  <a:srgbClr val="888888"/>
                </a:solidFill>
              </a:defRPr>
            </a:lvl6pPr>
            <a:lvl7pPr marL="3200400" lvl="6" indent="-228600" algn="l">
              <a:lnSpc>
                <a:spcPct val="90000"/>
              </a:lnSpc>
              <a:spcBef>
                <a:spcPts val="780"/>
              </a:spcBef>
              <a:spcAft>
                <a:spcPts val="0"/>
              </a:spcAft>
              <a:buClr>
                <a:srgbClr val="888888"/>
              </a:buClr>
              <a:buSzPts val="2495"/>
              <a:buNone/>
              <a:defRPr sz="2495">
                <a:solidFill>
                  <a:srgbClr val="888888"/>
                </a:solidFill>
              </a:defRPr>
            </a:lvl7pPr>
            <a:lvl8pPr marL="3657600" lvl="7" indent="-228600" algn="l">
              <a:lnSpc>
                <a:spcPct val="90000"/>
              </a:lnSpc>
              <a:spcBef>
                <a:spcPts val="780"/>
              </a:spcBef>
              <a:spcAft>
                <a:spcPts val="0"/>
              </a:spcAft>
              <a:buClr>
                <a:srgbClr val="888888"/>
              </a:buClr>
              <a:buSzPts val="2495"/>
              <a:buNone/>
              <a:defRPr sz="2495">
                <a:solidFill>
                  <a:srgbClr val="888888"/>
                </a:solidFill>
              </a:defRPr>
            </a:lvl8pPr>
            <a:lvl9pPr marL="4114800" lvl="8" indent="-228600" algn="l">
              <a:lnSpc>
                <a:spcPct val="90000"/>
              </a:lnSpc>
              <a:spcBef>
                <a:spcPts val="780"/>
              </a:spcBef>
              <a:spcAft>
                <a:spcPts val="0"/>
              </a:spcAft>
              <a:buClr>
                <a:srgbClr val="888888"/>
              </a:buClr>
              <a:buSzPts val="2495"/>
              <a:buNone/>
              <a:defRPr sz="2495">
                <a:solidFill>
                  <a:srgbClr val="888888"/>
                </a:solidFill>
              </a:defRPr>
            </a:lvl9pPr>
          </a:lstStyle>
          <a:p>
            <a:endParaRPr/>
          </a:p>
        </p:txBody>
      </p:sp>
      <p:sp>
        <p:nvSpPr>
          <p:cNvPr id="34" name="Google Shape;34;p5"/>
          <p:cNvSpPr txBox="1">
            <a:spLocks noGrp="1"/>
          </p:cNvSpPr>
          <p:nvPr>
            <p:ph type="dt" idx="10"/>
          </p:nvPr>
        </p:nvSpPr>
        <p:spPr>
          <a:xfrm>
            <a:off x="1306959" y="9911198"/>
            <a:ext cx="4277320" cy="5693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5"/>
          <p:cNvSpPr txBox="1">
            <a:spLocks noGrp="1"/>
          </p:cNvSpPr>
          <p:nvPr>
            <p:ph type="ftr" idx="11"/>
          </p:nvPr>
        </p:nvSpPr>
        <p:spPr>
          <a:xfrm>
            <a:off x="6297166" y="9911198"/>
            <a:ext cx="6415981" cy="5693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5"/>
          <p:cNvSpPr txBox="1">
            <a:spLocks noGrp="1"/>
          </p:cNvSpPr>
          <p:nvPr>
            <p:ph type="sldNum" idx="12"/>
          </p:nvPr>
        </p:nvSpPr>
        <p:spPr>
          <a:xfrm>
            <a:off x="13426034" y="9911198"/>
            <a:ext cx="4277320" cy="5693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6"/>
          <p:cNvSpPr txBox="1">
            <a:spLocks noGrp="1"/>
          </p:cNvSpPr>
          <p:nvPr>
            <p:ph type="title"/>
          </p:nvPr>
        </p:nvSpPr>
        <p:spPr>
          <a:xfrm>
            <a:off x="1306959" y="569326"/>
            <a:ext cx="16396395" cy="206689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6"/>
          <p:cNvSpPr txBox="1">
            <a:spLocks noGrp="1"/>
          </p:cNvSpPr>
          <p:nvPr>
            <p:ph type="body" idx="1"/>
          </p:nvPr>
        </p:nvSpPr>
        <p:spPr>
          <a:xfrm>
            <a:off x="1306959" y="2846623"/>
            <a:ext cx="8079383" cy="678486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559"/>
              </a:spcBef>
              <a:spcAft>
                <a:spcPts val="0"/>
              </a:spcAft>
              <a:buClr>
                <a:schemeClr val="dk1"/>
              </a:buClr>
              <a:buSzPts val="1800"/>
              <a:buChar char="•"/>
              <a:defRPr/>
            </a:lvl1pPr>
            <a:lvl2pPr marL="914400" lvl="1" indent="-342900" algn="l">
              <a:lnSpc>
                <a:spcPct val="90000"/>
              </a:lnSpc>
              <a:spcBef>
                <a:spcPts val="780"/>
              </a:spcBef>
              <a:spcAft>
                <a:spcPts val="0"/>
              </a:spcAft>
              <a:buClr>
                <a:schemeClr val="dk1"/>
              </a:buClr>
              <a:buSzPts val="1800"/>
              <a:buChar char="•"/>
              <a:defRPr/>
            </a:lvl2pPr>
            <a:lvl3pPr marL="1371600" lvl="2" indent="-342900" algn="l">
              <a:lnSpc>
                <a:spcPct val="90000"/>
              </a:lnSpc>
              <a:spcBef>
                <a:spcPts val="780"/>
              </a:spcBef>
              <a:spcAft>
                <a:spcPts val="0"/>
              </a:spcAft>
              <a:buClr>
                <a:schemeClr val="dk1"/>
              </a:buClr>
              <a:buSzPts val="1800"/>
              <a:buChar char="•"/>
              <a:defRPr/>
            </a:lvl3pPr>
            <a:lvl4pPr marL="1828800" lvl="3" indent="-342900" algn="l">
              <a:lnSpc>
                <a:spcPct val="90000"/>
              </a:lnSpc>
              <a:spcBef>
                <a:spcPts val="780"/>
              </a:spcBef>
              <a:spcAft>
                <a:spcPts val="0"/>
              </a:spcAft>
              <a:buClr>
                <a:schemeClr val="dk1"/>
              </a:buClr>
              <a:buSzPts val="1800"/>
              <a:buChar char="•"/>
              <a:defRPr/>
            </a:lvl4pPr>
            <a:lvl5pPr marL="2286000" lvl="4" indent="-342900" algn="l">
              <a:lnSpc>
                <a:spcPct val="90000"/>
              </a:lnSpc>
              <a:spcBef>
                <a:spcPts val="780"/>
              </a:spcBef>
              <a:spcAft>
                <a:spcPts val="0"/>
              </a:spcAft>
              <a:buClr>
                <a:schemeClr val="dk1"/>
              </a:buClr>
              <a:buSzPts val="1800"/>
              <a:buChar char="•"/>
              <a:defRPr/>
            </a:lvl5pPr>
            <a:lvl6pPr marL="2743200" lvl="5" indent="-342900" algn="l">
              <a:lnSpc>
                <a:spcPct val="90000"/>
              </a:lnSpc>
              <a:spcBef>
                <a:spcPts val="780"/>
              </a:spcBef>
              <a:spcAft>
                <a:spcPts val="0"/>
              </a:spcAft>
              <a:buClr>
                <a:schemeClr val="dk1"/>
              </a:buClr>
              <a:buSzPts val="1800"/>
              <a:buChar char="•"/>
              <a:defRPr/>
            </a:lvl6pPr>
            <a:lvl7pPr marL="3200400" lvl="6" indent="-342900" algn="l">
              <a:lnSpc>
                <a:spcPct val="90000"/>
              </a:lnSpc>
              <a:spcBef>
                <a:spcPts val="780"/>
              </a:spcBef>
              <a:spcAft>
                <a:spcPts val="0"/>
              </a:spcAft>
              <a:buClr>
                <a:schemeClr val="dk1"/>
              </a:buClr>
              <a:buSzPts val="1800"/>
              <a:buChar char="•"/>
              <a:defRPr/>
            </a:lvl7pPr>
            <a:lvl8pPr marL="3657600" lvl="7" indent="-342900" algn="l">
              <a:lnSpc>
                <a:spcPct val="90000"/>
              </a:lnSpc>
              <a:spcBef>
                <a:spcPts val="780"/>
              </a:spcBef>
              <a:spcAft>
                <a:spcPts val="0"/>
              </a:spcAft>
              <a:buClr>
                <a:schemeClr val="dk1"/>
              </a:buClr>
              <a:buSzPts val="1800"/>
              <a:buChar char="•"/>
              <a:defRPr/>
            </a:lvl8pPr>
            <a:lvl9pPr marL="4114800" lvl="8" indent="-342900" algn="l">
              <a:lnSpc>
                <a:spcPct val="90000"/>
              </a:lnSpc>
              <a:spcBef>
                <a:spcPts val="780"/>
              </a:spcBef>
              <a:spcAft>
                <a:spcPts val="0"/>
              </a:spcAft>
              <a:buClr>
                <a:schemeClr val="dk1"/>
              </a:buClr>
              <a:buSzPts val="1800"/>
              <a:buChar char="•"/>
              <a:defRPr/>
            </a:lvl9pPr>
          </a:lstStyle>
          <a:p>
            <a:endParaRPr/>
          </a:p>
        </p:txBody>
      </p:sp>
      <p:sp>
        <p:nvSpPr>
          <p:cNvPr id="40" name="Google Shape;40;p6"/>
          <p:cNvSpPr txBox="1">
            <a:spLocks noGrp="1"/>
          </p:cNvSpPr>
          <p:nvPr>
            <p:ph type="body" idx="2"/>
          </p:nvPr>
        </p:nvSpPr>
        <p:spPr>
          <a:xfrm>
            <a:off x="9623971" y="2846623"/>
            <a:ext cx="8079383" cy="678486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559"/>
              </a:spcBef>
              <a:spcAft>
                <a:spcPts val="0"/>
              </a:spcAft>
              <a:buClr>
                <a:schemeClr val="dk1"/>
              </a:buClr>
              <a:buSzPts val="1800"/>
              <a:buChar char="•"/>
              <a:defRPr/>
            </a:lvl1pPr>
            <a:lvl2pPr marL="914400" lvl="1" indent="-342900" algn="l">
              <a:lnSpc>
                <a:spcPct val="90000"/>
              </a:lnSpc>
              <a:spcBef>
                <a:spcPts val="780"/>
              </a:spcBef>
              <a:spcAft>
                <a:spcPts val="0"/>
              </a:spcAft>
              <a:buClr>
                <a:schemeClr val="dk1"/>
              </a:buClr>
              <a:buSzPts val="1800"/>
              <a:buChar char="•"/>
              <a:defRPr/>
            </a:lvl2pPr>
            <a:lvl3pPr marL="1371600" lvl="2" indent="-342900" algn="l">
              <a:lnSpc>
                <a:spcPct val="90000"/>
              </a:lnSpc>
              <a:spcBef>
                <a:spcPts val="780"/>
              </a:spcBef>
              <a:spcAft>
                <a:spcPts val="0"/>
              </a:spcAft>
              <a:buClr>
                <a:schemeClr val="dk1"/>
              </a:buClr>
              <a:buSzPts val="1800"/>
              <a:buChar char="•"/>
              <a:defRPr/>
            </a:lvl3pPr>
            <a:lvl4pPr marL="1828800" lvl="3" indent="-342900" algn="l">
              <a:lnSpc>
                <a:spcPct val="90000"/>
              </a:lnSpc>
              <a:spcBef>
                <a:spcPts val="780"/>
              </a:spcBef>
              <a:spcAft>
                <a:spcPts val="0"/>
              </a:spcAft>
              <a:buClr>
                <a:schemeClr val="dk1"/>
              </a:buClr>
              <a:buSzPts val="1800"/>
              <a:buChar char="•"/>
              <a:defRPr/>
            </a:lvl4pPr>
            <a:lvl5pPr marL="2286000" lvl="4" indent="-342900" algn="l">
              <a:lnSpc>
                <a:spcPct val="90000"/>
              </a:lnSpc>
              <a:spcBef>
                <a:spcPts val="780"/>
              </a:spcBef>
              <a:spcAft>
                <a:spcPts val="0"/>
              </a:spcAft>
              <a:buClr>
                <a:schemeClr val="dk1"/>
              </a:buClr>
              <a:buSzPts val="1800"/>
              <a:buChar char="•"/>
              <a:defRPr/>
            </a:lvl5pPr>
            <a:lvl6pPr marL="2743200" lvl="5" indent="-342900" algn="l">
              <a:lnSpc>
                <a:spcPct val="90000"/>
              </a:lnSpc>
              <a:spcBef>
                <a:spcPts val="780"/>
              </a:spcBef>
              <a:spcAft>
                <a:spcPts val="0"/>
              </a:spcAft>
              <a:buClr>
                <a:schemeClr val="dk1"/>
              </a:buClr>
              <a:buSzPts val="1800"/>
              <a:buChar char="•"/>
              <a:defRPr/>
            </a:lvl6pPr>
            <a:lvl7pPr marL="3200400" lvl="6" indent="-342900" algn="l">
              <a:lnSpc>
                <a:spcPct val="90000"/>
              </a:lnSpc>
              <a:spcBef>
                <a:spcPts val="780"/>
              </a:spcBef>
              <a:spcAft>
                <a:spcPts val="0"/>
              </a:spcAft>
              <a:buClr>
                <a:schemeClr val="dk1"/>
              </a:buClr>
              <a:buSzPts val="1800"/>
              <a:buChar char="•"/>
              <a:defRPr/>
            </a:lvl7pPr>
            <a:lvl8pPr marL="3657600" lvl="7" indent="-342900" algn="l">
              <a:lnSpc>
                <a:spcPct val="90000"/>
              </a:lnSpc>
              <a:spcBef>
                <a:spcPts val="780"/>
              </a:spcBef>
              <a:spcAft>
                <a:spcPts val="0"/>
              </a:spcAft>
              <a:buClr>
                <a:schemeClr val="dk1"/>
              </a:buClr>
              <a:buSzPts val="1800"/>
              <a:buChar char="•"/>
              <a:defRPr/>
            </a:lvl8pPr>
            <a:lvl9pPr marL="4114800" lvl="8" indent="-342900" algn="l">
              <a:lnSpc>
                <a:spcPct val="90000"/>
              </a:lnSpc>
              <a:spcBef>
                <a:spcPts val="780"/>
              </a:spcBef>
              <a:spcAft>
                <a:spcPts val="0"/>
              </a:spcAft>
              <a:buClr>
                <a:schemeClr val="dk1"/>
              </a:buClr>
              <a:buSzPts val="1800"/>
              <a:buChar char="•"/>
              <a:defRPr/>
            </a:lvl9pPr>
          </a:lstStyle>
          <a:p>
            <a:endParaRPr/>
          </a:p>
        </p:txBody>
      </p:sp>
      <p:sp>
        <p:nvSpPr>
          <p:cNvPr id="41" name="Google Shape;41;p6"/>
          <p:cNvSpPr txBox="1">
            <a:spLocks noGrp="1"/>
          </p:cNvSpPr>
          <p:nvPr>
            <p:ph type="dt" idx="10"/>
          </p:nvPr>
        </p:nvSpPr>
        <p:spPr>
          <a:xfrm>
            <a:off x="1306959" y="9911198"/>
            <a:ext cx="4277320" cy="5693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6"/>
          <p:cNvSpPr txBox="1">
            <a:spLocks noGrp="1"/>
          </p:cNvSpPr>
          <p:nvPr>
            <p:ph type="ftr" idx="11"/>
          </p:nvPr>
        </p:nvSpPr>
        <p:spPr>
          <a:xfrm>
            <a:off x="6297166" y="9911198"/>
            <a:ext cx="6415981" cy="5693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
          <p:cNvSpPr txBox="1">
            <a:spLocks noGrp="1"/>
          </p:cNvSpPr>
          <p:nvPr>
            <p:ph type="sldNum" idx="12"/>
          </p:nvPr>
        </p:nvSpPr>
        <p:spPr>
          <a:xfrm>
            <a:off x="13426034" y="9911198"/>
            <a:ext cx="4277320" cy="5693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7"/>
          <p:cNvSpPr txBox="1">
            <a:spLocks noGrp="1"/>
          </p:cNvSpPr>
          <p:nvPr>
            <p:ph type="title"/>
          </p:nvPr>
        </p:nvSpPr>
        <p:spPr>
          <a:xfrm>
            <a:off x="1309435" y="569326"/>
            <a:ext cx="16396395" cy="206689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7"/>
          <p:cNvSpPr txBox="1">
            <a:spLocks noGrp="1"/>
          </p:cNvSpPr>
          <p:nvPr>
            <p:ph type="body" idx="1"/>
          </p:nvPr>
        </p:nvSpPr>
        <p:spPr>
          <a:xfrm>
            <a:off x="1309436" y="2621369"/>
            <a:ext cx="8042253" cy="128469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559"/>
              </a:spcBef>
              <a:spcAft>
                <a:spcPts val="0"/>
              </a:spcAft>
              <a:buClr>
                <a:schemeClr val="dk1"/>
              </a:buClr>
              <a:buSzPts val="3742"/>
              <a:buNone/>
              <a:defRPr sz="3741" b="1"/>
            </a:lvl1pPr>
            <a:lvl2pPr marL="914400" lvl="1" indent="-228600" algn="l">
              <a:lnSpc>
                <a:spcPct val="90000"/>
              </a:lnSpc>
              <a:spcBef>
                <a:spcPts val="780"/>
              </a:spcBef>
              <a:spcAft>
                <a:spcPts val="0"/>
              </a:spcAft>
              <a:buClr>
                <a:schemeClr val="dk1"/>
              </a:buClr>
              <a:buSzPts val="3118"/>
              <a:buNone/>
              <a:defRPr sz="3118" b="1"/>
            </a:lvl2pPr>
            <a:lvl3pPr marL="1371600" lvl="2" indent="-228600" algn="l">
              <a:lnSpc>
                <a:spcPct val="90000"/>
              </a:lnSpc>
              <a:spcBef>
                <a:spcPts val="780"/>
              </a:spcBef>
              <a:spcAft>
                <a:spcPts val="0"/>
              </a:spcAft>
              <a:buClr>
                <a:schemeClr val="dk1"/>
              </a:buClr>
              <a:buSzPts val="2807"/>
              <a:buNone/>
              <a:defRPr sz="2807" b="1"/>
            </a:lvl3pPr>
            <a:lvl4pPr marL="1828800" lvl="3" indent="-228600" algn="l">
              <a:lnSpc>
                <a:spcPct val="90000"/>
              </a:lnSpc>
              <a:spcBef>
                <a:spcPts val="780"/>
              </a:spcBef>
              <a:spcAft>
                <a:spcPts val="0"/>
              </a:spcAft>
              <a:buClr>
                <a:schemeClr val="dk1"/>
              </a:buClr>
              <a:buSzPts val="2495"/>
              <a:buNone/>
              <a:defRPr sz="2495" b="1"/>
            </a:lvl4pPr>
            <a:lvl5pPr marL="2286000" lvl="4" indent="-228600" algn="l">
              <a:lnSpc>
                <a:spcPct val="90000"/>
              </a:lnSpc>
              <a:spcBef>
                <a:spcPts val="780"/>
              </a:spcBef>
              <a:spcAft>
                <a:spcPts val="0"/>
              </a:spcAft>
              <a:buClr>
                <a:schemeClr val="dk1"/>
              </a:buClr>
              <a:buSzPts val="2495"/>
              <a:buNone/>
              <a:defRPr sz="2495" b="1"/>
            </a:lvl5pPr>
            <a:lvl6pPr marL="2743200" lvl="5" indent="-228600" algn="l">
              <a:lnSpc>
                <a:spcPct val="90000"/>
              </a:lnSpc>
              <a:spcBef>
                <a:spcPts val="780"/>
              </a:spcBef>
              <a:spcAft>
                <a:spcPts val="0"/>
              </a:spcAft>
              <a:buClr>
                <a:schemeClr val="dk1"/>
              </a:buClr>
              <a:buSzPts val="2495"/>
              <a:buNone/>
              <a:defRPr sz="2495" b="1"/>
            </a:lvl6pPr>
            <a:lvl7pPr marL="3200400" lvl="6" indent="-228600" algn="l">
              <a:lnSpc>
                <a:spcPct val="90000"/>
              </a:lnSpc>
              <a:spcBef>
                <a:spcPts val="780"/>
              </a:spcBef>
              <a:spcAft>
                <a:spcPts val="0"/>
              </a:spcAft>
              <a:buClr>
                <a:schemeClr val="dk1"/>
              </a:buClr>
              <a:buSzPts val="2495"/>
              <a:buNone/>
              <a:defRPr sz="2495" b="1"/>
            </a:lvl7pPr>
            <a:lvl8pPr marL="3657600" lvl="7" indent="-228600" algn="l">
              <a:lnSpc>
                <a:spcPct val="90000"/>
              </a:lnSpc>
              <a:spcBef>
                <a:spcPts val="780"/>
              </a:spcBef>
              <a:spcAft>
                <a:spcPts val="0"/>
              </a:spcAft>
              <a:buClr>
                <a:schemeClr val="dk1"/>
              </a:buClr>
              <a:buSzPts val="2495"/>
              <a:buNone/>
              <a:defRPr sz="2495" b="1"/>
            </a:lvl8pPr>
            <a:lvl9pPr marL="4114800" lvl="8" indent="-228600" algn="l">
              <a:lnSpc>
                <a:spcPct val="90000"/>
              </a:lnSpc>
              <a:spcBef>
                <a:spcPts val="780"/>
              </a:spcBef>
              <a:spcAft>
                <a:spcPts val="0"/>
              </a:spcAft>
              <a:buClr>
                <a:schemeClr val="dk1"/>
              </a:buClr>
              <a:buSzPts val="2495"/>
              <a:buNone/>
              <a:defRPr sz="2495" b="1"/>
            </a:lvl9pPr>
          </a:lstStyle>
          <a:p>
            <a:endParaRPr/>
          </a:p>
        </p:txBody>
      </p:sp>
      <p:sp>
        <p:nvSpPr>
          <p:cNvPr id="47" name="Google Shape;47;p7"/>
          <p:cNvSpPr txBox="1">
            <a:spLocks noGrp="1"/>
          </p:cNvSpPr>
          <p:nvPr>
            <p:ph type="body" idx="2"/>
          </p:nvPr>
        </p:nvSpPr>
        <p:spPr>
          <a:xfrm>
            <a:off x="1309436" y="3906061"/>
            <a:ext cx="8042253" cy="574522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559"/>
              </a:spcBef>
              <a:spcAft>
                <a:spcPts val="0"/>
              </a:spcAft>
              <a:buClr>
                <a:schemeClr val="dk1"/>
              </a:buClr>
              <a:buSzPts val="1800"/>
              <a:buChar char="•"/>
              <a:defRPr/>
            </a:lvl1pPr>
            <a:lvl2pPr marL="914400" lvl="1" indent="-342900" algn="l">
              <a:lnSpc>
                <a:spcPct val="90000"/>
              </a:lnSpc>
              <a:spcBef>
                <a:spcPts val="780"/>
              </a:spcBef>
              <a:spcAft>
                <a:spcPts val="0"/>
              </a:spcAft>
              <a:buClr>
                <a:schemeClr val="dk1"/>
              </a:buClr>
              <a:buSzPts val="1800"/>
              <a:buChar char="•"/>
              <a:defRPr/>
            </a:lvl2pPr>
            <a:lvl3pPr marL="1371600" lvl="2" indent="-342900" algn="l">
              <a:lnSpc>
                <a:spcPct val="90000"/>
              </a:lnSpc>
              <a:spcBef>
                <a:spcPts val="780"/>
              </a:spcBef>
              <a:spcAft>
                <a:spcPts val="0"/>
              </a:spcAft>
              <a:buClr>
                <a:schemeClr val="dk1"/>
              </a:buClr>
              <a:buSzPts val="1800"/>
              <a:buChar char="•"/>
              <a:defRPr/>
            </a:lvl3pPr>
            <a:lvl4pPr marL="1828800" lvl="3" indent="-342900" algn="l">
              <a:lnSpc>
                <a:spcPct val="90000"/>
              </a:lnSpc>
              <a:spcBef>
                <a:spcPts val="780"/>
              </a:spcBef>
              <a:spcAft>
                <a:spcPts val="0"/>
              </a:spcAft>
              <a:buClr>
                <a:schemeClr val="dk1"/>
              </a:buClr>
              <a:buSzPts val="1800"/>
              <a:buChar char="•"/>
              <a:defRPr/>
            </a:lvl4pPr>
            <a:lvl5pPr marL="2286000" lvl="4" indent="-342900" algn="l">
              <a:lnSpc>
                <a:spcPct val="90000"/>
              </a:lnSpc>
              <a:spcBef>
                <a:spcPts val="780"/>
              </a:spcBef>
              <a:spcAft>
                <a:spcPts val="0"/>
              </a:spcAft>
              <a:buClr>
                <a:schemeClr val="dk1"/>
              </a:buClr>
              <a:buSzPts val="1800"/>
              <a:buChar char="•"/>
              <a:defRPr/>
            </a:lvl5pPr>
            <a:lvl6pPr marL="2743200" lvl="5" indent="-342900" algn="l">
              <a:lnSpc>
                <a:spcPct val="90000"/>
              </a:lnSpc>
              <a:spcBef>
                <a:spcPts val="780"/>
              </a:spcBef>
              <a:spcAft>
                <a:spcPts val="0"/>
              </a:spcAft>
              <a:buClr>
                <a:schemeClr val="dk1"/>
              </a:buClr>
              <a:buSzPts val="1800"/>
              <a:buChar char="•"/>
              <a:defRPr/>
            </a:lvl6pPr>
            <a:lvl7pPr marL="3200400" lvl="6" indent="-342900" algn="l">
              <a:lnSpc>
                <a:spcPct val="90000"/>
              </a:lnSpc>
              <a:spcBef>
                <a:spcPts val="780"/>
              </a:spcBef>
              <a:spcAft>
                <a:spcPts val="0"/>
              </a:spcAft>
              <a:buClr>
                <a:schemeClr val="dk1"/>
              </a:buClr>
              <a:buSzPts val="1800"/>
              <a:buChar char="•"/>
              <a:defRPr/>
            </a:lvl7pPr>
            <a:lvl8pPr marL="3657600" lvl="7" indent="-342900" algn="l">
              <a:lnSpc>
                <a:spcPct val="90000"/>
              </a:lnSpc>
              <a:spcBef>
                <a:spcPts val="780"/>
              </a:spcBef>
              <a:spcAft>
                <a:spcPts val="0"/>
              </a:spcAft>
              <a:buClr>
                <a:schemeClr val="dk1"/>
              </a:buClr>
              <a:buSzPts val="1800"/>
              <a:buChar char="•"/>
              <a:defRPr/>
            </a:lvl8pPr>
            <a:lvl9pPr marL="4114800" lvl="8" indent="-342900" algn="l">
              <a:lnSpc>
                <a:spcPct val="90000"/>
              </a:lnSpc>
              <a:spcBef>
                <a:spcPts val="780"/>
              </a:spcBef>
              <a:spcAft>
                <a:spcPts val="0"/>
              </a:spcAft>
              <a:buClr>
                <a:schemeClr val="dk1"/>
              </a:buClr>
              <a:buSzPts val="1800"/>
              <a:buChar char="•"/>
              <a:defRPr/>
            </a:lvl9pPr>
          </a:lstStyle>
          <a:p>
            <a:endParaRPr/>
          </a:p>
        </p:txBody>
      </p:sp>
      <p:sp>
        <p:nvSpPr>
          <p:cNvPr id="48" name="Google Shape;48;p7"/>
          <p:cNvSpPr txBox="1">
            <a:spLocks noGrp="1"/>
          </p:cNvSpPr>
          <p:nvPr>
            <p:ph type="body" idx="3"/>
          </p:nvPr>
        </p:nvSpPr>
        <p:spPr>
          <a:xfrm>
            <a:off x="9623971" y="2621369"/>
            <a:ext cx="8081859" cy="128469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559"/>
              </a:spcBef>
              <a:spcAft>
                <a:spcPts val="0"/>
              </a:spcAft>
              <a:buClr>
                <a:schemeClr val="dk1"/>
              </a:buClr>
              <a:buSzPts val="3742"/>
              <a:buNone/>
              <a:defRPr sz="3741" b="1"/>
            </a:lvl1pPr>
            <a:lvl2pPr marL="914400" lvl="1" indent="-228600" algn="l">
              <a:lnSpc>
                <a:spcPct val="90000"/>
              </a:lnSpc>
              <a:spcBef>
                <a:spcPts val="780"/>
              </a:spcBef>
              <a:spcAft>
                <a:spcPts val="0"/>
              </a:spcAft>
              <a:buClr>
                <a:schemeClr val="dk1"/>
              </a:buClr>
              <a:buSzPts val="3118"/>
              <a:buNone/>
              <a:defRPr sz="3118" b="1"/>
            </a:lvl2pPr>
            <a:lvl3pPr marL="1371600" lvl="2" indent="-228600" algn="l">
              <a:lnSpc>
                <a:spcPct val="90000"/>
              </a:lnSpc>
              <a:spcBef>
                <a:spcPts val="780"/>
              </a:spcBef>
              <a:spcAft>
                <a:spcPts val="0"/>
              </a:spcAft>
              <a:buClr>
                <a:schemeClr val="dk1"/>
              </a:buClr>
              <a:buSzPts val="2807"/>
              <a:buNone/>
              <a:defRPr sz="2807" b="1"/>
            </a:lvl3pPr>
            <a:lvl4pPr marL="1828800" lvl="3" indent="-228600" algn="l">
              <a:lnSpc>
                <a:spcPct val="90000"/>
              </a:lnSpc>
              <a:spcBef>
                <a:spcPts val="780"/>
              </a:spcBef>
              <a:spcAft>
                <a:spcPts val="0"/>
              </a:spcAft>
              <a:buClr>
                <a:schemeClr val="dk1"/>
              </a:buClr>
              <a:buSzPts val="2495"/>
              <a:buNone/>
              <a:defRPr sz="2495" b="1"/>
            </a:lvl4pPr>
            <a:lvl5pPr marL="2286000" lvl="4" indent="-228600" algn="l">
              <a:lnSpc>
                <a:spcPct val="90000"/>
              </a:lnSpc>
              <a:spcBef>
                <a:spcPts val="780"/>
              </a:spcBef>
              <a:spcAft>
                <a:spcPts val="0"/>
              </a:spcAft>
              <a:buClr>
                <a:schemeClr val="dk1"/>
              </a:buClr>
              <a:buSzPts val="2495"/>
              <a:buNone/>
              <a:defRPr sz="2495" b="1"/>
            </a:lvl5pPr>
            <a:lvl6pPr marL="2743200" lvl="5" indent="-228600" algn="l">
              <a:lnSpc>
                <a:spcPct val="90000"/>
              </a:lnSpc>
              <a:spcBef>
                <a:spcPts val="780"/>
              </a:spcBef>
              <a:spcAft>
                <a:spcPts val="0"/>
              </a:spcAft>
              <a:buClr>
                <a:schemeClr val="dk1"/>
              </a:buClr>
              <a:buSzPts val="2495"/>
              <a:buNone/>
              <a:defRPr sz="2495" b="1"/>
            </a:lvl6pPr>
            <a:lvl7pPr marL="3200400" lvl="6" indent="-228600" algn="l">
              <a:lnSpc>
                <a:spcPct val="90000"/>
              </a:lnSpc>
              <a:spcBef>
                <a:spcPts val="780"/>
              </a:spcBef>
              <a:spcAft>
                <a:spcPts val="0"/>
              </a:spcAft>
              <a:buClr>
                <a:schemeClr val="dk1"/>
              </a:buClr>
              <a:buSzPts val="2495"/>
              <a:buNone/>
              <a:defRPr sz="2495" b="1"/>
            </a:lvl7pPr>
            <a:lvl8pPr marL="3657600" lvl="7" indent="-228600" algn="l">
              <a:lnSpc>
                <a:spcPct val="90000"/>
              </a:lnSpc>
              <a:spcBef>
                <a:spcPts val="780"/>
              </a:spcBef>
              <a:spcAft>
                <a:spcPts val="0"/>
              </a:spcAft>
              <a:buClr>
                <a:schemeClr val="dk1"/>
              </a:buClr>
              <a:buSzPts val="2495"/>
              <a:buNone/>
              <a:defRPr sz="2495" b="1"/>
            </a:lvl8pPr>
            <a:lvl9pPr marL="4114800" lvl="8" indent="-228600" algn="l">
              <a:lnSpc>
                <a:spcPct val="90000"/>
              </a:lnSpc>
              <a:spcBef>
                <a:spcPts val="780"/>
              </a:spcBef>
              <a:spcAft>
                <a:spcPts val="0"/>
              </a:spcAft>
              <a:buClr>
                <a:schemeClr val="dk1"/>
              </a:buClr>
              <a:buSzPts val="2495"/>
              <a:buNone/>
              <a:defRPr sz="2495" b="1"/>
            </a:lvl9pPr>
          </a:lstStyle>
          <a:p>
            <a:endParaRPr/>
          </a:p>
        </p:txBody>
      </p:sp>
      <p:sp>
        <p:nvSpPr>
          <p:cNvPr id="49" name="Google Shape;49;p7"/>
          <p:cNvSpPr txBox="1">
            <a:spLocks noGrp="1"/>
          </p:cNvSpPr>
          <p:nvPr>
            <p:ph type="body" idx="4"/>
          </p:nvPr>
        </p:nvSpPr>
        <p:spPr>
          <a:xfrm>
            <a:off x="9623971" y="3906061"/>
            <a:ext cx="8081859" cy="574522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559"/>
              </a:spcBef>
              <a:spcAft>
                <a:spcPts val="0"/>
              </a:spcAft>
              <a:buClr>
                <a:schemeClr val="dk1"/>
              </a:buClr>
              <a:buSzPts val="1800"/>
              <a:buChar char="•"/>
              <a:defRPr/>
            </a:lvl1pPr>
            <a:lvl2pPr marL="914400" lvl="1" indent="-342900" algn="l">
              <a:lnSpc>
                <a:spcPct val="90000"/>
              </a:lnSpc>
              <a:spcBef>
                <a:spcPts val="780"/>
              </a:spcBef>
              <a:spcAft>
                <a:spcPts val="0"/>
              </a:spcAft>
              <a:buClr>
                <a:schemeClr val="dk1"/>
              </a:buClr>
              <a:buSzPts val="1800"/>
              <a:buChar char="•"/>
              <a:defRPr/>
            </a:lvl2pPr>
            <a:lvl3pPr marL="1371600" lvl="2" indent="-342900" algn="l">
              <a:lnSpc>
                <a:spcPct val="90000"/>
              </a:lnSpc>
              <a:spcBef>
                <a:spcPts val="780"/>
              </a:spcBef>
              <a:spcAft>
                <a:spcPts val="0"/>
              </a:spcAft>
              <a:buClr>
                <a:schemeClr val="dk1"/>
              </a:buClr>
              <a:buSzPts val="1800"/>
              <a:buChar char="•"/>
              <a:defRPr/>
            </a:lvl3pPr>
            <a:lvl4pPr marL="1828800" lvl="3" indent="-342900" algn="l">
              <a:lnSpc>
                <a:spcPct val="90000"/>
              </a:lnSpc>
              <a:spcBef>
                <a:spcPts val="780"/>
              </a:spcBef>
              <a:spcAft>
                <a:spcPts val="0"/>
              </a:spcAft>
              <a:buClr>
                <a:schemeClr val="dk1"/>
              </a:buClr>
              <a:buSzPts val="1800"/>
              <a:buChar char="•"/>
              <a:defRPr/>
            </a:lvl4pPr>
            <a:lvl5pPr marL="2286000" lvl="4" indent="-342900" algn="l">
              <a:lnSpc>
                <a:spcPct val="90000"/>
              </a:lnSpc>
              <a:spcBef>
                <a:spcPts val="780"/>
              </a:spcBef>
              <a:spcAft>
                <a:spcPts val="0"/>
              </a:spcAft>
              <a:buClr>
                <a:schemeClr val="dk1"/>
              </a:buClr>
              <a:buSzPts val="1800"/>
              <a:buChar char="•"/>
              <a:defRPr/>
            </a:lvl5pPr>
            <a:lvl6pPr marL="2743200" lvl="5" indent="-342900" algn="l">
              <a:lnSpc>
                <a:spcPct val="90000"/>
              </a:lnSpc>
              <a:spcBef>
                <a:spcPts val="780"/>
              </a:spcBef>
              <a:spcAft>
                <a:spcPts val="0"/>
              </a:spcAft>
              <a:buClr>
                <a:schemeClr val="dk1"/>
              </a:buClr>
              <a:buSzPts val="1800"/>
              <a:buChar char="•"/>
              <a:defRPr/>
            </a:lvl6pPr>
            <a:lvl7pPr marL="3200400" lvl="6" indent="-342900" algn="l">
              <a:lnSpc>
                <a:spcPct val="90000"/>
              </a:lnSpc>
              <a:spcBef>
                <a:spcPts val="780"/>
              </a:spcBef>
              <a:spcAft>
                <a:spcPts val="0"/>
              </a:spcAft>
              <a:buClr>
                <a:schemeClr val="dk1"/>
              </a:buClr>
              <a:buSzPts val="1800"/>
              <a:buChar char="•"/>
              <a:defRPr/>
            </a:lvl7pPr>
            <a:lvl8pPr marL="3657600" lvl="7" indent="-342900" algn="l">
              <a:lnSpc>
                <a:spcPct val="90000"/>
              </a:lnSpc>
              <a:spcBef>
                <a:spcPts val="780"/>
              </a:spcBef>
              <a:spcAft>
                <a:spcPts val="0"/>
              </a:spcAft>
              <a:buClr>
                <a:schemeClr val="dk1"/>
              </a:buClr>
              <a:buSzPts val="1800"/>
              <a:buChar char="•"/>
              <a:defRPr/>
            </a:lvl8pPr>
            <a:lvl9pPr marL="4114800" lvl="8" indent="-342900" algn="l">
              <a:lnSpc>
                <a:spcPct val="90000"/>
              </a:lnSpc>
              <a:spcBef>
                <a:spcPts val="780"/>
              </a:spcBef>
              <a:spcAft>
                <a:spcPts val="0"/>
              </a:spcAft>
              <a:buClr>
                <a:schemeClr val="dk1"/>
              </a:buClr>
              <a:buSzPts val="1800"/>
              <a:buChar char="•"/>
              <a:defRPr/>
            </a:lvl9pPr>
          </a:lstStyle>
          <a:p>
            <a:endParaRPr/>
          </a:p>
        </p:txBody>
      </p:sp>
      <p:sp>
        <p:nvSpPr>
          <p:cNvPr id="50" name="Google Shape;50;p7"/>
          <p:cNvSpPr txBox="1">
            <a:spLocks noGrp="1"/>
          </p:cNvSpPr>
          <p:nvPr>
            <p:ph type="dt" idx="10"/>
          </p:nvPr>
        </p:nvSpPr>
        <p:spPr>
          <a:xfrm>
            <a:off x="1306959" y="9911198"/>
            <a:ext cx="4277320" cy="5693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7"/>
          <p:cNvSpPr txBox="1">
            <a:spLocks noGrp="1"/>
          </p:cNvSpPr>
          <p:nvPr>
            <p:ph type="ftr" idx="11"/>
          </p:nvPr>
        </p:nvSpPr>
        <p:spPr>
          <a:xfrm>
            <a:off x="6297166" y="9911198"/>
            <a:ext cx="6415981" cy="5693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
          <p:cNvSpPr txBox="1">
            <a:spLocks noGrp="1"/>
          </p:cNvSpPr>
          <p:nvPr>
            <p:ph type="sldNum" idx="12"/>
          </p:nvPr>
        </p:nvSpPr>
        <p:spPr>
          <a:xfrm>
            <a:off x="13426034" y="9911198"/>
            <a:ext cx="4277320" cy="5693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8"/>
          <p:cNvSpPr txBox="1">
            <a:spLocks noGrp="1"/>
          </p:cNvSpPr>
          <p:nvPr>
            <p:ph type="title"/>
          </p:nvPr>
        </p:nvSpPr>
        <p:spPr>
          <a:xfrm>
            <a:off x="1306959" y="569326"/>
            <a:ext cx="16396395" cy="206689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8"/>
          <p:cNvSpPr txBox="1">
            <a:spLocks noGrp="1"/>
          </p:cNvSpPr>
          <p:nvPr>
            <p:ph type="dt" idx="10"/>
          </p:nvPr>
        </p:nvSpPr>
        <p:spPr>
          <a:xfrm>
            <a:off x="1306959" y="9911198"/>
            <a:ext cx="4277320" cy="5693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6297166" y="9911198"/>
            <a:ext cx="6415981" cy="5693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13426034" y="9911198"/>
            <a:ext cx="4277320" cy="5693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1309436" y="712893"/>
            <a:ext cx="6131320" cy="249512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989"/>
              <a:buFont typeface="Calibri"/>
              <a:buNone/>
              <a:defRPr sz="4989"/>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8081859" y="1539652"/>
            <a:ext cx="9623971" cy="7599245"/>
          </a:xfrm>
          <a:prstGeom prst="rect">
            <a:avLst/>
          </a:prstGeom>
          <a:noFill/>
          <a:ln>
            <a:noFill/>
          </a:ln>
        </p:spPr>
        <p:txBody>
          <a:bodyPr spcFirstLastPara="1" wrap="square" lIns="91425" tIns="45700" rIns="91425" bIns="45700" anchor="t" anchorCtr="0">
            <a:normAutofit/>
          </a:bodyPr>
          <a:lstStyle>
            <a:lvl1pPr marL="457200" lvl="0" indent="-545401" algn="l">
              <a:lnSpc>
                <a:spcPct val="90000"/>
              </a:lnSpc>
              <a:spcBef>
                <a:spcPts val="1559"/>
              </a:spcBef>
              <a:spcAft>
                <a:spcPts val="0"/>
              </a:spcAft>
              <a:buClr>
                <a:schemeClr val="dk1"/>
              </a:buClr>
              <a:buSzPts val="4989"/>
              <a:buChar char="•"/>
              <a:defRPr sz="4989"/>
            </a:lvl1pPr>
            <a:lvl2pPr marL="914400" lvl="1" indent="-505841" algn="l">
              <a:lnSpc>
                <a:spcPct val="90000"/>
              </a:lnSpc>
              <a:spcBef>
                <a:spcPts val="780"/>
              </a:spcBef>
              <a:spcAft>
                <a:spcPts val="0"/>
              </a:spcAft>
              <a:buClr>
                <a:schemeClr val="dk1"/>
              </a:buClr>
              <a:buSzPts val="4366"/>
              <a:buChar char="•"/>
              <a:defRPr sz="4366"/>
            </a:lvl2pPr>
            <a:lvl3pPr marL="1371600" lvl="2" indent="-466217" algn="l">
              <a:lnSpc>
                <a:spcPct val="90000"/>
              </a:lnSpc>
              <a:spcBef>
                <a:spcPts val="780"/>
              </a:spcBef>
              <a:spcAft>
                <a:spcPts val="0"/>
              </a:spcAft>
              <a:buClr>
                <a:schemeClr val="dk1"/>
              </a:buClr>
              <a:buSzPts val="3742"/>
              <a:buChar char="•"/>
              <a:defRPr sz="3741"/>
            </a:lvl3pPr>
            <a:lvl4pPr marL="1828800" lvl="3" indent="-426592" algn="l">
              <a:lnSpc>
                <a:spcPct val="90000"/>
              </a:lnSpc>
              <a:spcBef>
                <a:spcPts val="780"/>
              </a:spcBef>
              <a:spcAft>
                <a:spcPts val="0"/>
              </a:spcAft>
              <a:buClr>
                <a:schemeClr val="dk1"/>
              </a:buClr>
              <a:buSzPts val="3118"/>
              <a:buChar char="•"/>
              <a:defRPr sz="3118"/>
            </a:lvl4pPr>
            <a:lvl5pPr marL="2286000" lvl="4" indent="-426592" algn="l">
              <a:lnSpc>
                <a:spcPct val="90000"/>
              </a:lnSpc>
              <a:spcBef>
                <a:spcPts val="780"/>
              </a:spcBef>
              <a:spcAft>
                <a:spcPts val="0"/>
              </a:spcAft>
              <a:buClr>
                <a:schemeClr val="dk1"/>
              </a:buClr>
              <a:buSzPts val="3118"/>
              <a:buChar char="•"/>
              <a:defRPr sz="3118"/>
            </a:lvl5pPr>
            <a:lvl6pPr marL="2743200" lvl="5" indent="-426592" algn="l">
              <a:lnSpc>
                <a:spcPct val="90000"/>
              </a:lnSpc>
              <a:spcBef>
                <a:spcPts val="780"/>
              </a:spcBef>
              <a:spcAft>
                <a:spcPts val="0"/>
              </a:spcAft>
              <a:buClr>
                <a:schemeClr val="dk1"/>
              </a:buClr>
              <a:buSzPts val="3118"/>
              <a:buChar char="•"/>
              <a:defRPr sz="3118"/>
            </a:lvl6pPr>
            <a:lvl7pPr marL="3200400" lvl="6" indent="-426592" algn="l">
              <a:lnSpc>
                <a:spcPct val="90000"/>
              </a:lnSpc>
              <a:spcBef>
                <a:spcPts val="780"/>
              </a:spcBef>
              <a:spcAft>
                <a:spcPts val="0"/>
              </a:spcAft>
              <a:buClr>
                <a:schemeClr val="dk1"/>
              </a:buClr>
              <a:buSzPts val="3118"/>
              <a:buChar char="•"/>
              <a:defRPr sz="3118"/>
            </a:lvl7pPr>
            <a:lvl8pPr marL="3657600" lvl="7" indent="-426592" algn="l">
              <a:lnSpc>
                <a:spcPct val="90000"/>
              </a:lnSpc>
              <a:spcBef>
                <a:spcPts val="780"/>
              </a:spcBef>
              <a:spcAft>
                <a:spcPts val="0"/>
              </a:spcAft>
              <a:buClr>
                <a:schemeClr val="dk1"/>
              </a:buClr>
              <a:buSzPts val="3118"/>
              <a:buChar char="•"/>
              <a:defRPr sz="3118"/>
            </a:lvl8pPr>
            <a:lvl9pPr marL="4114800" lvl="8" indent="-426592" algn="l">
              <a:lnSpc>
                <a:spcPct val="90000"/>
              </a:lnSpc>
              <a:spcBef>
                <a:spcPts val="780"/>
              </a:spcBef>
              <a:spcAft>
                <a:spcPts val="0"/>
              </a:spcAft>
              <a:buClr>
                <a:schemeClr val="dk1"/>
              </a:buClr>
              <a:buSzPts val="3118"/>
              <a:buChar char="•"/>
              <a:defRPr sz="3118"/>
            </a:lvl9pPr>
          </a:lstStyle>
          <a:p>
            <a:endParaRPr/>
          </a:p>
        </p:txBody>
      </p:sp>
      <p:sp>
        <p:nvSpPr>
          <p:cNvPr id="61" name="Google Shape;61;p9"/>
          <p:cNvSpPr txBox="1">
            <a:spLocks noGrp="1"/>
          </p:cNvSpPr>
          <p:nvPr>
            <p:ph type="body" idx="2"/>
          </p:nvPr>
        </p:nvSpPr>
        <p:spPr>
          <a:xfrm>
            <a:off x="1309436" y="3208020"/>
            <a:ext cx="6131320" cy="5943254"/>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559"/>
              </a:spcBef>
              <a:spcAft>
                <a:spcPts val="0"/>
              </a:spcAft>
              <a:buClr>
                <a:schemeClr val="dk1"/>
              </a:buClr>
              <a:buSzPts val="2495"/>
              <a:buNone/>
              <a:defRPr sz="2495"/>
            </a:lvl1pPr>
            <a:lvl2pPr marL="914400" lvl="1" indent="-228600" algn="l">
              <a:lnSpc>
                <a:spcPct val="90000"/>
              </a:lnSpc>
              <a:spcBef>
                <a:spcPts val="780"/>
              </a:spcBef>
              <a:spcAft>
                <a:spcPts val="0"/>
              </a:spcAft>
              <a:buClr>
                <a:schemeClr val="dk1"/>
              </a:buClr>
              <a:buSzPts val="2183"/>
              <a:buNone/>
              <a:defRPr sz="2183"/>
            </a:lvl2pPr>
            <a:lvl3pPr marL="1371600" lvl="2" indent="-228600" algn="l">
              <a:lnSpc>
                <a:spcPct val="90000"/>
              </a:lnSpc>
              <a:spcBef>
                <a:spcPts val="780"/>
              </a:spcBef>
              <a:spcAft>
                <a:spcPts val="0"/>
              </a:spcAft>
              <a:buClr>
                <a:schemeClr val="dk1"/>
              </a:buClr>
              <a:buSzPts val="1871"/>
              <a:buNone/>
              <a:defRPr sz="1870"/>
            </a:lvl3pPr>
            <a:lvl4pPr marL="1828800" lvl="3" indent="-228600" algn="l">
              <a:lnSpc>
                <a:spcPct val="90000"/>
              </a:lnSpc>
              <a:spcBef>
                <a:spcPts val="780"/>
              </a:spcBef>
              <a:spcAft>
                <a:spcPts val="0"/>
              </a:spcAft>
              <a:buClr>
                <a:schemeClr val="dk1"/>
              </a:buClr>
              <a:buSzPts val="1559"/>
              <a:buNone/>
              <a:defRPr sz="1559"/>
            </a:lvl4pPr>
            <a:lvl5pPr marL="2286000" lvl="4" indent="-228600" algn="l">
              <a:lnSpc>
                <a:spcPct val="90000"/>
              </a:lnSpc>
              <a:spcBef>
                <a:spcPts val="780"/>
              </a:spcBef>
              <a:spcAft>
                <a:spcPts val="0"/>
              </a:spcAft>
              <a:buClr>
                <a:schemeClr val="dk1"/>
              </a:buClr>
              <a:buSzPts val="1559"/>
              <a:buNone/>
              <a:defRPr sz="1559"/>
            </a:lvl5pPr>
            <a:lvl6pPr marL="2743200" lvl="5" indent="-228600" algn="l">
              <a:lnSpc>
                <a:spcPct val="90000"/>
              </a:lnSpc>
              <a:spcBef>
                <a:spcPts val="780"/>
              </a:spcBef>
              <a:spcAft>
                <a:spcPts val="0"/>
              </a:spcAft>
              <a:buClr>
                <a:schemeClr val="dk1"/>
              </a:buClr>
              <a:buSzPts val="1559"/>
              <a:buNone/>
              <a:defRPr sz="1559"/>
            </a:lvl6pPr>
            <a:lvl7pPr marL="3200400" lvl="6" indent="-228600" algn="l">
              <a:lnSpc>
                <a:spcPct val="90000"/>
              </a:lnSpc>
              <a:spcBef>
                <a:spcPts val="780"/>
              </a:spcBef>
              <a:spcAft>
                <a:spcPts val="0"/>
              </a:spcAft>
              <a:buClr>
                <a:schemeClr val="dk1"/>
              </a:buClr>
              <a:buSzPts val="1559"/>
              <a:buNone/>
              <a:defRPr sz="1559"/>
            </a:lvl7pPr>
            <a:lvl8pPr marL="3657600" lvl="7" indent="-228600" algn="l">
              <a:lnSpc>
                <a:spcPct val="90000"/>
              </a:lnSpc>
              <a:spcBef>
                <a:spcPts val="780"/>
              </a:spcBef>
              <a:spcAft>
                <a:spcPts val="0"/>
              </a:spcAft>
              <a:buClr>
                <a:schemeClr val="dk1"/>
              </a:buClr>
              <a:buSzPts val="1559"/>
              <a:buNone/>
              <a:defRPr sz="1559"/>
            </a:lvl8pPr>
            <a:lvl9pPr marL="4114800" lvl="8" indent="-228600" algn="l">
              <a:lnSpc>
                <a:spcPct val="90000"/>
              </a:lnSpc>
              <a:spcBef>
                <a:spcPts val="780"/>
              </a:spcBef>
              <a:spcAft>
                <a:spcPts val="0"/>
              </a:spcAft>
              <a:buClr>
                <a:schemeClr val="dk1"/>
              </a:buClr>
              <a:buSzPts val="1559"/>
              <a:buNone/>
              <a:defRPr sz="1559"/>
            </a:lvl9pPr>
          </a:lstStyle>
          <a:p>
            <a:endParaRPr/>
          </a:p>
        </p:txBody>
      </p:sp>
      <p:sp>
        <p:nvSpPr>
          <p:cNvPr id="62" name="Google Shape;62;p9"/>
          <p:cNvSpPr txBox="1">
            <a:spLocks noGrp="1"/>
          </p:cNvSpPr>
          <p:nvPr>
            <p:ph type="dt" idx="10"/>
          </p:nvPr>
        </p:nvSpPr>
        <p:spPr>
          <a:xfrm>
            <a:off x="1306959" y="9911198"/>
            <a:ext cx="4277320" cy="5693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6297166" y="9911198"/>
            <a:ext cx="6415981" cy="5693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13426034" y="9911198"/>
            <a:ext cx="4277320" cy="5693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1309436" y="712893"/>
            <a:ext cx="6131320" cy="249512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989"/>
              <a:buFont typeface="Calibri"/>
              <a:buNone/>
              <a:defRPr sz="4989"/>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8081859" y="1539652"/>
            <a:ext cx="9623971" cy="7599245"/>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559"/>
              </a:spcBef>
              <a:spcAft>
                <a:spcPts val="0"/>
              </a:spcAft>
              <a:buClr>
                <a:schemeClr val="dk1"/>
              </a:buClr>
              <a:buSzPts val="4989"/>
              <a:buFont typeface="Arial"/>
              <a:buNone/>
              <a:defRPr sz="4989" b="0" i="0" u="none" strike="noStrike" cap="none">
                <a:solidFill>
                  <a:schemeClr val="dk1"/>
                </a:solidFill>
                <a:latin typeface="Calibri"/>
                <a:ea typeface="Calibri"/>
                <a:cs typeface="Calibri"/>
                <a:sym typeface="Calibri"/>
              </a:defRPr>
            </a:lvl1pPr>
            <a:lvl2pPr marR="0" lvl="1" algn="l" rtl="0">
              <a:lnSpc>
                <a:spcPct val="90000"/>
              </a:lnSpc>
              <a:spcBef>
                <a:spcPts val="780"/>
              </a:spcBef>
              <a:spcAft>
                <a:spcPts val="0"/>
              </a:spcAft>
              <a:buClr>
                <a:schemeClr val="dk1"/>
              </a:buClr>
              <a:buSzPts val="4366"/>
              <a:buFont typeface="Arial"/>
              <a:buNone/>
              <a:defRPr sz="4366" b="0" i="0" u="none" strike="noStrike" cap="none">
                <a:solidFill>
                  <a:schemeClr val="dk1"/>
                </a:solidFill>
                <a:latin typeface="Calibri"/>
                <a:ea typeface="Calibri"/>
                <a:cs typeface="Calibri"/>
                <a:sym typeface="Calibri"/>
              </a:defRPr>
            </a:lvl2pPr>
            <a:lvl3pPr marR="0" lvl="2" algn="l" rtl="0">
              <a:lnSpc>
                <a:spcPct val="90000"/>
              </a:lnSpc>
              <a:spcBef>
                <a:spcPts val="780"/>
              </a:spcBef>
              <a:spcAft>
                <a:spcPts val="0"/>
              </a:spcAft>
              <a:buClr>
                <a:schemeClr val="dk1"/>
              </a:buClr>
              <a:buSzPts val="3742"/>
              <a:buFont typeface="Arial"/>
              <a:buNone/>
              <a:defRPr sz="3741" b="0" i="0" u="none" strike="noStrike" cap="none">
                <a:solidFill>
                  <a:schemeClr val="dk1"/>
                </a:solidFill>
                <a:latin typeface="Calibri"/>
                <a:ea typeface="Calibri"/>
                <a:cs typeface="Calibri"/>
                <a:sym typeface="Calibri"/>
              </a:defRPr>
            </a:lvl3pPr>
            <a:lvl4pPr marR="0" lvl="3" algn="l" rtl="0">
              <a:lnSpc>
                <a:spcPct val="90000"/>
              </a:lnSpc>
              <a:spcBef>
                <a:spcPts val="780"/>
              </a:spcBef>
              <a:spcAft>
                <a:spcPts val="0"/>
              </a:spcAft>
              <a:buClr>
                <a:schemeClr val="dk1"/>
              </a:buClr>
              <a:buSzPts val="3118"/>
              <a:buFont typeface="Arial"/>
              <a:buNone/>
              <a:defRPr sz="3118" b="0" i="0" u="none" strike="noStrike" cap="none">
                <a:solidFill>
                  <a:schemeClr val="dk1"/>
                </a:solidFill>
                <a:latin typeface="Calibri"/>
                <a:ea typeface="Calibri"/>
                <a:cs typeface="Calibri"/>
                <a:sym typeface="Calibri"/>
              </a:defRPr>
            </a:lvl4pPr>
            <a:lvl5pPr marR="0" lvl="4" algn="l" rtl="0">
              <a:lnSpc>
                <a:spcPct val="90000"/>
              </a:lnSpc>
              <a:spcBef>
                <a:spcPts val="780"/>
              </a:spcBef>
              <a:spcAft>
                <a:spcPts val="0"/>
              </a:spcAft>
              <a:buClr>
                <a:schemeClr val="dk1"/>
              </a:buClr>
              <a:buSzPts val="3118"/>
              <a:buFont typeface="Arial"/>
              <a:buNone/>
              <a:defRPr sz="3118" b="0" i="0" u="none" strike="noStrike" cap="none">
                <a:solidFill>
                  <a:schemeClr val="dk1"/>
                </a:solidFill>
                <a:latin typeface="Calibri"/>
                <a:ea typeface="Calibri"/>
                <a:cs typeface="Calibri"/>
                <a:sym typeface="Calibri"/>
              </a:defRPr>
            </a:lvl5pPr>
            <a:lvl6pPr marR="0" lvl="5" algn="l" rtl="0">
              <a:lnSpc>
                <a:spcPct val="90000"/>
              </a:lnSpc>
              <a:spcBef>
                <a:spcPts val="780"/>
              </a:spcBef>
              <a:spcAft>
                <a:spcPts val="0"/>
              </a:spcAft>
              <a:buClr>
                <a:schemeClr val="dk1"/>
              </a:buClr>
              <a:buSzPts val="3118"/>
              <a:buFont typeface="Arial"/>
              <a:buNone/>
              <a:defRPr sz="3118" b="0" i="0" u="none" strike="noStrike" cap="none">
                <a:solidFill>
                  <a:schemeClr val="dk1"/>
                </a:solidFill>
                <a:latin typeface="Calibri"/>
                <a:ea typeface="Calibri"/>
                <a:cs typeface="Calibri"/>
                <a:sym typeface="Calibri"/>
              </a:defRPr>
            </a:lvl6pPr>
            <a:lvl7pPr marR="0" lvl="6" algn="l" rtl="0">
              <a:lnSpc>
                <a:spcPct val="90000"/>
              </a:lnSpc>
              <a:spcBef>
                <a:spcPts val="780"/>
              </a:spcBef>
              <a:spcAft>
                <a:spcPts val="0"/>
              </a:spcAft>
              <a:buClr>
                <a:schemeClr val="dk1"/>
              </a:buClr>
              <a:buSzPts val="3118"/>
              <a:buFont typeface="Arial"/>
              <a:buNone/>
              <a:defRPr sz="3118" b="0" i="0" u="none" strike="noStrike" cap="none">
                <a:solidFill>
                  <a:schemeClr val="dk1"/>
                </a:solidFill>
                <a:latin typeface="Calibri"/>
                <a:ea typeface="Calibri"/>
                <a:cs typeface="Calibri"/>
                <a:sym typeface="Calibri"/>
              </a:defRPr>
            </a:lvl7pPr>
            <a:lvl8pPr marR="0" lvl="7" algn="l" rtl="0">
              <a:lnSpc>
                <a:spcPct val="90000"/>
              </a:lnSpc>
              <a:spcBef>
                <a:spcPts val="780"/>
              </a:spcBef>
              <a:spcAft>
                <a:spcPts val="0"/>
              </a:spcAft>
              <a:buClr>
                <a:schemeClr val="dk1"/>
              </a:buClr>
              <a:buSzPts val="3118"/>
              <a:buFont typeface="Arial"/>
              <a:buNone/>
              <a:defRPr sz="3118" b="0" i="0" u="none" strike="noStrike" cap="none">
                <a:solidFill>
                  <a:schemeClr val="dk1"/>
                </a:solidFill>
                <a:latin typeface="Calibri"/>
                <a:ea typeface="Calibri"/>
                <a:cs typeface="Calibri"/>
                <a:sym typeface="Calibri"/>
              </a:defRPr>
            </a:lvl8pPr>
            <a:lvl9pPr marR="0" lvl="8" algn="l" rtl="0">
              <a:lnSpc>
                <a:spcPct val="90000"/>
              </a:lnSpc>
              <a:spcBef>
                <a:spcPts val="780"/>
              </a:spcBef>
              <a:spcAft>
                <a:spcPts val="0"/>
              </a:spcAft>
              <a:buClr>
                <a:schemeClr val="dk1"/>
              </a:buClr>
              <a:buSzPts val="3118"/>
              <a:buFont typeface="Arial"/>
              <a:buNone/>
              <a:defRPr sz="3118" b="0" i="0" u="none" strike="noStrike" cap="none">
                <a:solidFill>
                  <a:schemeClr val="dk1"/>
                </a:solidFill>
                <a:latin typeface="Calibri"/>
                <a:ea typeface="Calibri"/>
                <a:cs typeface="Calibri"/>
                <a:sym typeface="Calibri"/>
              </a:defRPr>
            </a:lvl9pPr>
          </a:lstStyle>
          <a:p>
            <a:endParaRPr/>
          </a:p>
        </p:txBody>
      </p:sp>
      <p:sp>
        <p:nvSpPr>
          <p:cNvPr id="68" name="Google Shape;68;p10"/>
          <p:cNvSpPr txBox="1">
            <a:spLocks noGrp="1"/>
          </p:cNvSpPr>
          <p:nvPr>
            <p:ph type="body" idx="1"/>
          </p:nvPr>
        </p:nvSpPr>
        <p:spPr>
          <a:xfrm>
            <a:off x="1309436" y="3208020"/>
            <a:ext cx="6131320" cy="5943254"/>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559"/>
              </a:spcBef>
              <a:spcAft>
                <a:spcPts val="0"/>
              </a:spcAft>
              <a:buClr>
                <a:schemeClr val="dk1"/>
              </a:buClr>
              <a:buSzPts val="2495"/>
              <a:buNone/>
              <a:defRPr sz="2495"/>
            </a:lvl1pPr>
            <a:lvl2pPr marL="914400" lvl="1" indent="-228600" algn="l">
              <a:lnSpc>
                <a:spcPct val="90000"/>
              </a:lnSpc>
              <a:spcBef>
                <a:spcPts val="780"/>
              </a:spcBef>
              <a:spcAft>
                <a:spcPts val="0"/>
              </a:spcAft>
              <a:buClr>
                <a:schemeClr val="dk1"/>
              </a:buClr>
              <a:buSzPts val="2183"/>
              <a:buNone/>
              <a:defRPr sz="2183"/>
            </a:lvl2pPr>
            <a:lvl3pPr marL="1371600" lvl="2" indent="-228600" algn="l">
              <a:lnSpc>
                <a:spcPct val="90000"/>
              </a:lnSpc>
              <a:spcBef>
                <a:spcPts val="780"/>
              </a:spcBef>
              <a:spcAft>
                <a:spcPts val="0"/>
              </a:spcAft>
              <a:buClr>
                <a:schemeClr val="dk1"/>
              </a:buClr>
              <a:buSzPts val="1871"/>
              <a:buNone/>
              <a:defRPr sz="1870"/>
            </a:lvl3pPr>
            <a:lvl4pPr marL="1828800" lvl="3" indent="-228600" algn="l">
              <a:lnSpc>
                <a:spcPct val="90000"/>
              </a:lnSpc>
              <a:spcBef>
                <a:spcPts val="780"/>
              </a:spcBef>
              <a:spcAft>
                <a:spcPts val="0"/>
              </a:spcAft>
              <a:buClr>
                <a:schemeClr val="dk1"/>
              </a:buClr>
              <a:buSzPts val="1559"/>
              <a:buNone/>
              <a:defRPr sz="1559"/>
            </a:lvl4pPr>
            <a:lvl5pPr marL="2286000" lvl="4" indent="-228600" algn="l">
              <a:lnSpc>
                <a:spcPct val="90000"/>
              </a:lnSpc>
              <a:spcBef>
                <a:spcPts val="780"/>
              </a:spcBef>
              <a:spcAft>
                <a:spcPts val="0"/>
              </a:spcAft>
              <a:buClr>
                <a:schemeClr val="dk1"/>
              </a:buClr>
              <a:buSzPts val="1559"/>
              <a:buNone/>
              <a:defRPr sz="1559"/>
            </a:lvl5pPr>
            <a:lvl6pPr marL="2743200" lvl="5" indent="-228600" algn="l">
              <a:lnSpc>
                <a:spcPct val="90000"/>
              </a:lnSpc>
              <a:spcBef>
                <a:spcPts val="780"/>
              </a:spcBef>
              <a:spcAft>
                <a:spcPts val="0"/>
              </a:spcAft>
              <a:buClr>
                <a:schemeClr val="dk1"/>
              </a:buClr>
              <a:buSzPts val="1559"/>
              <a:buNone/>
              <a:defRPr sz="1559"/>
            </a:lvl6pPr>
            <a:lvl7pPr marL="3200400" lvl="6" indent="-228600" algn="l">
              <a:lnSpc>
                <a:spcPct val="90000"/>
              </a:lnSpc>
              <a:spcBef>
                <a:spcPts val="780"/>
              </a:spcBef>
              <a:spcAft>
                <a:spcPts val="0"/>
              </a:spcAft>
              <a:buClr>
                <a:schemeClr val="dk1"/>
              </a:buClr>
              <a:buSzPts val="1559"/>
              <a:buNone/>
              <a:defRPr sz="1559"/>
            </a:lvl7pPr>
            <a:lvl8pPr marL="3657600" lvl="7" indent="-228600" algn="l">
              <a:lnSpc>
                <a:spcPct val="90000"/>
              </a:lnSpc>
              <a:spcBef>
                <a:spcPts val="780"/>
              </a:spcBef>
              <a:spcAft>
                <a:spcPts val="0"/>
              </a:spcAft>
              <a:buClr>
                <a:schemeClr val="dk1"/>
              </a:buClr>
              <a:buSzPts val="1559"/>
              <a:buNone/>
              <a:defRPr sz="1559"/>
            </a:lvl8pPr>
            <a:lvl9pPr marL="4114800" lvl="8" indent="-228600" algn="l">
              <a:lnSpc>
                <a:spcPct val="90000"/>
              </a:lnSpc>
              <a:spcBef>
                <a:spcPts val="780"/>
              </a:spcBef>
              <a:spcAft>
                <a:spcPts val="0"/>
              </a:spcAft>
              <a:buClr>
                <a:schemeClr val="dk1"/>
              </a:buClr>
              <a:buSzPts val="1559"/>
              <a:buNone/>
              <a:defRPr sz="1559"/>
            </a:lvl9pPr>
          </a:lstStyle>
          <a:p>
            <a:endParaRPr/>
          </a:p>
        </p:txBody>
      </p:sp>
      <p:sp>
        <p:nvSpPr>
          <p:cNvPr id="69" name="Google Shape;69;p10"/>
          <p:cNvSpPr txBox="1">
            <a:spLocks noGrp="1"/>
          </p:cNvSpPr>
          <p:nvPr>
            <p:ph type="dt" idx="10"/>
          </p:nvPr>
        </p:nvSpPr>
        <p:spPr>
          <a:xfrm>
            <a:off x="1306959" y="9911198"/>
            <a:ext cx="4277320" cy="5693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6297166" y="9911198"/>
            <a:ext cx="6415981" cy="5693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13426034" y="9911198"/>
            <a:ext cx="4277320" cy="5693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1306959" y="569326"/>
            <a:ext cx="16396395" cy="206689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6112725" y="-1959143"/>
            <a:ext cx="6784864" cy="1639639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559"/>
              </a:spcBef>
              <a:spcAft>
                <a:spcPts val="0"/>
              </a:spcAft>
              <a:buClr>
                <a:schemeClr val="dk1"/>
              </a:buClr>
              <a:buSzPts val="1800"/>
              <a:buChar char="•"/>
              <a:defRPr/>
            </a:lvl1pPr>
            <a:lvl2pPr marL="914400" lvl="1" indent="-342900" algn="l">
              <a:lnSpc>
                <a:spcPct val="90000"/>
              </a:lnSpc>
              <a:spcBef>
                <a:spcPts val="780"/>
              </a:spcBef>
              <a:spcAft>
                <a:spcPts val="0"/>
              </a:spcAft>
              <a:buClr>
                <a:schemeClr val="dk1"/>
              </a:buClr>
              <a:buSzPts val="1800"/>
              <a:buChar char="•"/>
              <a:defRPr/>
            </a:lvl2pPr>
            <a:lvl3pPr marL="1371600" lvl="2" indent="-342900" algn="l">
              <a:lnSpc>
                <a:spcPct val="90000"/>
              </a:lnSpc>
              <a:spcBef>
                <a:spcPts val="780"/>
              </a:spcBef>
              <a:spcAft>
                <a:spcPts val="0"/>
              </a:spcAft>
              <a:buClr>
                <a:schemeClr val="dk1"/>
              </a:buClr>
              <a:buSzPts val="1800"/>
              <a:buChar char="•"/>
              <a:defRPr/>
            </a:lvl3pPr>
            <a:lvl4pPr marL="1828800" lvl="3" indent="-342900" algn="l">
              <a:lnSpc>
                <a:spcPct val="90000"/>
              </a:lnSpc>
              <a:spcBef>
                <a:spcPts val="780"/>
              </a:spcBef>
              <a:spcAft>
                <a:spcPts val="0"/>
              </a:spcAft>
              <a:buClr>
                <a:schemeClr val="dk1"/>
              </a:buClr>
              <a:buSzPts val="1800"/>
              <a:buChar char="•"/>
              <a:defRPr/>
            </a:lvl4pPr>
            <a:lvl5pPr marL="2286000" lvl="4" indent="-342900" algn="l">
              <a:lnSpc>
                <a:spcPct val="90000"/>
              </a:lnSpc>
              <a:spcBef>
                <a:spcPts val="780"/>
              </a:spcBef>
              <a:spcAft>
                <a:spcPts val="0"/>
              </a:spcAft>
              <a:buClr>
                <a:schemeClr val="dk1"/>
              </a:buClr>
              <a:buSzPts val="1800"/>
              <a:buChar char="•"/>
              <a:defRPr/>
            </a:lvl5pPr>
            <a:lvl6pPr marL="2743200" lvl="5" indent="-342900" algn="l">
              <a:lnSpc>
                <a:spcPct val="90000"/>
              </a:lnSpc>
              <a:spcBef>
                <a:spcPts val="780"/>
              </a:spcBef>
              <a:spcAft>
                <a:spcPts val="0"/>
              </a:spcAft>
              <a:buClr>
                <a:schemeClr val="dk1"/>
              </a:buClr>
              <a:buSzPts val="1800"/>
              <a:buChar char="•"/>
              <a:defRPr/>
            </a:lvl6pPr>
            <a:lvl7pPr marL="3200400" lvl="6" indent="-342900" algn="l">
              <a:lnSpc>
                <a:spcPct val="90000"/>
              </a:lnSpc>
              <a:spcBef>
                <a:spcPts val="780"/>
              </a:spcBef>
              <a:spcAft>
                <a:spcPts val="0"/>
              </a:spcAft>
              <a:buClr>
                <a:schemeClr val="dk1"/>
              </a:buClr>
              <a:buSzPts val="1800"/>
              <a:buChar char="•"/>
              <a:defRPr/>
            </a:lvl7pPr>
            <a:lvl8pPr marL="3657600" lvl="7" indent="-342900" algn="l">
              <a:lnSpc>
                <a:spcPct val="90000"/>
              </a:lnSpc>
              <a:spcBef>
                <a:spcPts val="780"/>
              </a:spcBef>
              <a:spcAft>
                <a:spcPts val="0"/>
              </a:spcAft>
              <a:buClr>
                <a:schemeClr val="dk1"/>
              </a:buClr>
              <a:buSzPts val="1800"/>
              <a:buChar char="•"/>
              <a:defRPr/>
            </a:lvl8pPr>
            <a:lvl9pPr marL="4114800" lvl="8" indent="-342900" algn="l">
              <a:lnSpc>
                <a:spcPct val="90000"/>
              </a:lnSpc>
              <a:spcBef>
                <a:spcPts val="78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1306959" y="9911198"/>
            <a:ext cx="4277320" cy="5693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6297166" y="9911198"/>
            <a:ext cx="6415981" cy="5693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13426034" y="9911198"/>
            <a:ext cx="4277320" cy="5693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11122724" y="3050857"/>
            <a:ext cx="9062162" cy="409909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2805712" y="-929427"/>
            <a:ext cx="9062162" cy="12059667"/>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559"/>
              </a:spcBef>
              <a:spcAft>
                <a:spcPts val="0"/>
              </a:spcAft>
              <a:buClr>
                <a:schemeClr val="dk1"/>
              </a:buClr>
              <a:buSzPts val="1800"/>
              <a:buChar char="•"/>
              <a:defRPr/>
            </a:lvl1pPr>
            <a:lvl2pPr marL="914400" lvl="1" indent="-342900" algn="l">
              <a:lnSpc>
                <a:spcPct val="90000"/>
              </a:lnSpc>
              <a:spcBef>
                <a:spcPts val="780"/>
              </a:spcBef>
              <a:spcAft>
                <a:spcPts val="0"/>
              </a:spcAft>
              <a:buClr>
                <a:schemeClr val="dk1"/>
              </a:buClr>
              <a:buSzPts val="1800"/>
              <a:buChar char="•"/>
              <a:defRPr/>
            </a:lvl2pPr>
            <a:lvl3pPr marL="1371600" lvl="2" indent="-342900" algn="l">
              <a:lnSpc>
                <a:spcPct val="90000"/>
              </a:lnSpc>
              <a:spcBef>
                <a:spcPts val="780"/>
              </a:spcBef>
              <a:spcAft>
                <a:spcPts val="0"/>
              </a:spcAft>
              <a:buClr>
                <a:schemeClr val="dk1"/>
              </a:buClr>
              <a:buSzPts val="1800"/>
              <a:buChar char="•"/>
              <a:defRPr/>
            </a:lvl3pPr>
            <a:lvl4pPr marL="1828800" lvl="3" indent="-342900" algn="l">
              <a:lnSpc>
                <a:spcPct val="90000"/>
              </a:lnSpc>
              <a:spcBef>
                <a:spcPts val="780"/>
              </a:spcBef>
              <a:spcAft>
                <a:spcPts val="0"/>
              </a:spcAft>
              <a:buClr>
                <a:schemeClr val="dk1"/>
              </a:buClr>
              <a:buSzPts val="1800"/>
              <a:buChar char="•"/>
              <a:defRPr/>
            </a:lvl4pPr>
            <a:lvl5pPr marL="2286000" lvl="4" indent="-342900" algn="l">
              <a:lnSpc>
                <a:spcPct val="90000"/>
              </a:lnSpc>
              <a:spcBef>
                <a:spcPts val="780"/>
              </a:spcBef>
              <a:spcAft>
                <a:spcPts val="0"/>
              </a:spcAft>
              <a:buClr>
                <a:schemeClr val="dk1"/>
              </a:buClr>
              <a:buSzPts val="1800"/>
              <a:buChar char="•"/>
              <a:defRPr/>
            </a:lvl5pPr>
            <a:lvl6pPr marL="2743200" lvl="5" indent="-342900" algn="l">
              <a:lnSpc>
                <a:spcPct val="90000"/>
              </a:lnSpc>
              <a:spcBef>
                <a:spcPts val="780"/>
              </a:spcBef>
              <a:spcAft>
                <a:spcPts val="0"/>
              </a:spcAft>
              <a:buClr>
                <a:schemeClr val="dk1"/>
              </a:buClr>
              <a:buSzPts val="1800"/>
              <a:buChar char="•"/>
              <a:defRPr/>
            </a:lvl6pPr>
            <a:lvl7pPr marL="3200400" lvl="6" indent="-342900" algn="l">
              <a:lnSpc>
                <a:spcPct val="90000"/>
              </a:lnSpc>
              <a:spcBef>
                <a:spcPts val="780"/>
              </a:spcBef>
              <a:spcAft>
                <a:spcPts val="0"/>
              </a:spcAft>
              <a:buClr>
                <a:schemeClr val="dk1"/>
              </a:buClr>
              <a:buSzPts val="1800"/>
              <a:buChar char="•"/>
              <a:defRPr/>
            </a:lvl7pPr>
            <a:lvl8pPr marL="3657600" lvl="7" indent="-342900" algn="l">
              <a:lnSpc>
                <a:spcPct val="90000"/>
              </a:lnSpc>
              <a:spcBef>
                <a:spcPts val="780"/>
              </a:spcBef>
              <a:spcAft>
                <a:spcPts val="0"/>
              </a:spcAft>
              <a:buClr>
                <a:schemeClr val="dk1"/>
              </a:buClr>
              <a:buSzPts val="1800"/>
              <a:buChar char="•"/>
              <a:defRPr/>
            </a:lvl8pPr>
            <a:lvl9pPr marL="4114800" lvl="8" indent="-342900" algn="l">
              <a:lnSpc>
                <a:spcPct val="90000"/>
              </a:lnSpc>
              <a:spcBef>
                <a:spcPts val="78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1306959" y="9911198"/>
            <a:ext cx="4277320" cy="5693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6297166" y="9911198"/>
            <a:ext cx="6415981" cy="5693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13426034" y="9911198"/>
            <a:ext cx="4277320" cy="5693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DDEAF6"/>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1306959" y="569326"/>
            <a:ext cx="16396395" cy="2066896"/>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6860"/>
              <a:buFont typeface="Calibri"/>
              <a:buNone/>
              <a:defRPr sz="686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1306959" y="2846623"/>
            <a:ext cx="16396395" cy="6784864"/>
          </a:xfrm>
          <a:prstGeom prst="rect">
            <a:avLst/>
          </a:prstGeom>
          <a:noFill/>
          <a:ln>
            <a:noFill/>
          </a:ln>
        </p:spPr>
        <p:txBody>
          <a:bodyPr spcFirstLastPara="1" wrap="square" lIns="91425" tIns="45700" rIns="91425" bIns="45700" anchor="t" anchorCtr="0">
            <a:normAutofit/>
          </a:bodyPr>
          <a:lstStyle>
            <a:lvl1pPr marL="457200" marR="0" lvl="0" indent="-505841" algn="l" rtl="0">
              <a:lnSpc>
                <a:spcPct val="90000"/>
              </a:lnSpc>
              <a:spcBef>
                <a:spcPts val="1559"/>
              </a:spcBef>
              <a:spcAft>
                <a:spcPts val="0"/>
              </a:spcAft>
              <a:buClr>
                <a:schemeClr val="dk1"/>
              </a:buClr>
              <a:buSzPts val="4366"/>
              <a:buFont typeface="Arial"/>
              <a:buChar char="•"/>
              <a:defRPr sz="4366" b="0" i="0" u="none" strike="noStrike" cap="none">
                <a:solidFill>
                  <a:schemeClr val="dk1"/>
                </a:solidFill>
                <a:latin typeface="Calibri"/>
                <a:ea typeface="Calibri"/>
                <a:cs typeface="Calibri"/>
                <a:sym typeface="Calibri"/>
              </a:defRPr>
            </a:lvl1pPr>
            <a:lvl2pPr marL="914400" marR="0" lvl="1" indent="-466217" algn="l" rtl="0">
              <a:lnSpc>
                <a:spcPct val="90000"/>
              </a:lnSpc>
              <a:spcBef>
                <a:spcPts val="780"/>
              </a:spcBef>
              <a:spcAft>
                <a:spcPts val="0"/>
              </a:spcAft>
              <a:buClr>
                <a:schemeClr val="dk1"/>
              </a:buClr>
              <a:buSzPts val="3742"/>
              <a:buFont typeface="Arial"/>
              <a:buChar char="•"/>
              <a:defRPr sz="3741" b="0" i="0" u="none" strike="noStrike" cap="none">
                <a:solidFill>
                  <a:schemeClr val="dk1"/>
                </a:solidFill>
                <a:latin typeface="Calibri"/>
                <a:ea typeface="Calibri"/>
                <a:cs typeface="Calibri"/>
                <a:sym typeface="Calibri"/>
              </a:defRPr>
            </a:lvl2pPr>
            <a:lvl3pPr marL="1371600" marR="0" lvl="2" indent="-426592" algn="l" rtl="0">
              <a:lnSpc>
                <a:spcPct val="90000"/>
              </a:lnSpc>
              <a:spcBef>
                <a:spcPts val="780"/>
              </a:spcBef>
              <a:spcAft>
                <a:spcPts val="0"/>
              </a:spcAft>
              <a:buClr>
                <a:schemeClr val="dk1"/>
              </a:buClr>
              <a:buSzPts val="3118"/>
              <a:buFont typeface="Arial"/>
              <a:buChar char="•"/>
              <a:defRPr sz="3118" b="0" i="0" u="none" strike="noStrike" cap="none">
                <a:solidFill>
                  <a:schemeClr val="dk1"/>
                </a:solidFill>
                <a:latin typeface="Calibri"/>
                <a:ea typeface="Calibri"/>
                <a:cs typeface="Calibri"/>
                <a:sym typeface="Calibri"/>
              </a:defRPr>
            </a:lvl3pPr>
            <a:lvl4pPr marL="1828800" marR="0" lvl="3" indent="-406844" algn="l" rtl="0">
              <a:lnSpc>
                <a:spcPct val="90000"/>
              </a:lnSpc>
              <a:spcBef>
                <a:spcPts val="780"/>
              </a:spcBef>
              <a:spcAft>
                <a:spcPts val="0"/>
              </a:spcAft>
              <a:buClr>
                <a:schemeClr val="dk1"/>
              </a:buClr>
              <a:buSzPts val="2807"/>
              <a:buFont typeface="Arial"/>
              <a:buChar char="•"/>
              <a:defRPr sz="2807" b="0" i="0" u="none" strike="noStrike" cap="none">
                <a:solidFill>
                  <a:schemeClr val="dk1"/>
                </a:solidFill>
                <a:latin typeface="Calibri"/>
                <a:ea typeface="Calibri"/>
                <a:cs typeface="Calibri"/>
                <a:sym typeface="Calibri"/>
              </a:defRPr>
            </a:lvl4pPr>
            <a:lvl5pPr marL="2286000" marR="0" lvl="4" indent="-406844" algn="l" rtl="0">
              <a:lnSpc>
                <a:spcPct val="90000"/>
              </a:lnSpc>
              <a:spcBef>
                <a:spcPts val="780"/>
              </a:spcBef>
              <a:spcAft>
                <a:spcPts val="0"/>
              </a:spcAft>
              <a:buClr>
                <a:schemeClr val="dk1"/>
              </a:buClr>
              <a:buSzPts val="2807"/>
              <a:buFont typeface="Arial"/>
              <a:buChar char="•"/>
              <a:defRPr sz="2807" b="0" i="0" u="none" strike="noStrike" cap="none">
                <a:solidFill>
                  <a:schemeClr val="dk1"/>
                </a:solidFill>
                <a:latin typeface="Calibri"/>
                <a:ea typeface="Calibri"/>
                <a:cs typeface="Calibri"/>
                <a:sym typeface="Calibri"/>
              </a:defRPr>
            </a:lvl5pPr>
            <a:lvl6pPr marL="2743200" marR="0" lvl="5" indent="-406844" algn="l" rtl="0">
              <a:lnSpc>
                <a:spcPct val="90000"/>
              </a:lnSpc>
              <a:spcBef>
                <a:spcPts val="780"/>
              </a:spcBef>
              <a:spcAft>
                <a:spcPts val="0"/>
              </a:spcAft>
              <a:buClr>
                <a:schemeClr val="dk1"/>
              </a:buClr>
              <a:buSzPts val="2807"/>
              <a:buFont typeface="Arial"/>
              <a:buChar char="•"/>
              <a:defRPr sz="2807" b="0" i="0" u="none" strike="noStrike" cap="none">
                <a:solidFill>
                  <a:schemeClr val="dk1"/>
                </a:solidFill>
                <a:latin typeface="Calibri"/>
                <a:ea typeface="Calibri"/>
                <a:cs typeface="Calibri"/>
                <a:sym typeface="Calibri"/>
              </a:defRPr>
            </a:lvl6pPr>
            <a:lvl7pPr marL="3200400" marR="0" lvl="6" indent="-406844" algn="l" rtl="0">
              <a:lnSpc>
                <a:spcPct val="90000"/>
              </a:lnSpc>
              <a:spcBef>
                <a:spcPts val="780"/>
              </a:spcBef>
              <a:spcAft>
                <a:spcPts val="0"/>
              </a:spcAft>
              <a:buClr>
                <a:schemeClr val="dk1"/>
              </a:buClr>
              <a:buSzPts val="2807"/>
              <a:buFont typeface="Arial"/>
              <a:buChar char="•"/>
              <a:defRPr sz="2807" b="0" i="0" u="none" strike="noStrike" cap="none">
                <a:solidFill>
                  <a:schemeClr val="dk1"/>
                </a:solidFill>
                <a:latin typeface="Calibri"/>
                <a:ea typeface="Calibri"/>
                <a:cs typeface="Calibri"/>
                <a:sym typeface="Calibri"/>
              </a:defRPr>
            </a:lvl7pPr>
            <a:lvl8pPr marL="3657600" marR="0" lvl="7" indent="-406844" algn="l" rtl="0">
              <a:lnSpc>
                <a:spcPct val="90000"/>
              </a:lnSpc>
              <a:spcBef>
                <a:spcPts val="780"/>
              </a:spcBef>
              <a:spcAft>
                <a:spcPts val="0"/>
              </a:spcAft>
              <a:buClr>
                <a:schemeClr val="dk1"/>
              </a:buClr>
              <a:buSzPts val="2807"/>
              <a:buFont typeface="Arial"/>
              <a:buChar char="•"/>
              <a:defRPr sz="2807" b="0" i="0" u="none" strike="noStrike" cap="none">
                <a:solidFill>
                  <a:schemeClr val="dk1"/>
                </a:solidFill>
                <a:latin typeface="Calibri"/>
                <a:ea typeface="Calibri"/>
                <a:cs typeface="Calibri"/>
                <a:sym typeface="Calibri"/>
              </a:defRPr>
            </a:lvl8pPr>
            <a:lvl9pPr marL="4114800" marR="0" lvl="8" indent="-406844" algn="l" rtl="0">
              <a:lnSpc>
                <a:spcPct val="90000"/>
              </a:lnSpc>
              <a:spcBef>
                <a:spcPts val="780"/>
              </a:spcBef>
              <a:spcAft>
                <a:spcPts val="0"/>
              </a:spcAft>
              <a:buClr>
                <a:schemeClr val="dk1"/>
              </a:buClr>
              <a:buSzPts val="2807"/>
              <a:buFont typeface="Arial"/>
              <a:buChar char="•"/>
              <a:defRPr sz="2807"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1306959" y="9911198"/>
            <a:ext cx="4277320" cy="5693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87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6297166" y="9911198"/>
            <a:ext cx="6415981" cy="5693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87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13426034" y="9911198"/>
            <a:ext cx="4277320" cy="5693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870" b="0" i="0" u="none" strike="noStrike" cap="none">
                <a:solidFill>
                  <a:srgbClr val="888888"/>
                </a:solidFill>
                <a:latin typeface="Calibri"/>
                <a:ea typeface="Calibri"/>
                <a:cs typeface="Calibri"/>
                <a:sym typeface="Calibri"/>
              </a:defRPr>
            </a:lvl1pPr>
            <a:lvl2pPr marL="0" marR="0" lvl="1" indent="0" algn="r" rtl="0">
              <a:spcBef>
                <a:spcPts val="0"/>
              </a:spcBef>
              <a:buNone/>
              <a:defRPr sz="1870" b="0" i="0" u="none" strike="noStrike" cap="none">
                <a:solidFill>
                  <a:srgbClr val="888888"/>
                </a:solidFill>
                <a:latin typeface="Calibri"/>
                <a:ea typeface="Calibri"/>
                <a:cs typeface="Calibri"/>
                <a:sym typeface="Calibri"/>
              </a:defRPr>
            </a:lvl2pPr>
            <a:lvl3pPr marL="0" marR="0" lvl="2" indent="0" algn="r" rtl="0">
              <a:spcBef>
                <a:spcPts val="0"/>
              </a:spcBef>
              <a:buNone/>
              <a:defRPr sz="1870" b="0" i="0" u="none" strike="noStrike" cap="none">
                <a:solidFill>
                  <a:srgbClr val="888888"/>
                </a:solidFill>
                <a:latin typeface="Calibri"/>
                <a:ea typeface="Calibri"/>
                <a:cs typeface="Calibri"/>
                <a:sym typeface="Calibri"/>
              </a:defRPr>
            </a:lvl3pPr>
            <a:lvl4pPr marL="0" marR="0" lvl="3" indent="0" algn="r" rtl="0">
              <a:spcBef>
                <a:spcPts val="0"/>
              </a:spcBef>
              <a:buNone/>
              <a:defRPr sz="1870" b="0" i="0" u="none" strike="noStrike" cap="none">
                <a:solidFill>
                  <a:srgbClr val="888888"/>
                </a:solidFill>
                <a:latin typeface="Calibri"/>
                <a:ea typeface="Calibri"/>
                <a:cs typeface="Calibri"/>
                <a:sym typeface="Calibri"/>
              </a:defRPr>
            </a:lvl4pPr>
            <a:lvl5pPr marL="0" marR="0" lvl="4" indent="0" algn="r" rtl="0">
              <a:spcBef>
                <a:spcPts val="0"/>
              </a:spcBef>
              <a:buNone/>
              <a:defRPr sz="1870" b="0" i="0" u="none" strike="noStrike" cap="none">
                <a:solidFill>
                  <a:srgbClr val="888888"/>
                </a:solidFill>
                <a:latin typeface="Calibri"/>
                <a:ea typeface="Calibri"/>
                <a:cs typeface="Calibri"/>
                <a:sym typeface="Calibri"/>
              </a:defRPr>
            </a:lvl5pPr>
            <a:lvl6pPr marL="0" marR="0" lvl="5" indent="0" algn="r" rtl="0">
              <a:spcBef>
                <a:spcPts val="0"/>
              </a:spcBef>
              <a:buNone/>
              <a:defRPr sz="1870" b="0" i="0" u="none" strike="noStrike" cap="none">
                <a:solidFill>
                  <a:srgbClr val="888888"/>
                </a:solidFill>
                <a:latin typeface="Calibri"/>
                <a:ea typeface="Calibri"/>
                <a:cs typeface="Calibri"/>
                <a:sym typeface="Calibri"/>
              </a:defRPr>
            </a:lvl6pPr>
            <a:lvl7pPr marL="0" marR="0" lvl="6" indent="0" algn="r" rtl="0">
              <a:spcBef>
                <a:spcPts val="0"/>
              </a:spcBef>
              <a:buNone/>
              <a:defRPr sz="1870" b="0" i="0" u="none" strike="noStrike" cap="none">
                <a:solidFill>
                  <a:srgbClr val="888888"/>
                </a:solidFill>
                <a:latin typeface="Calibri"/>
                <a:ea typeface="Calibri"/>
                <a:cs typeface="Calibri"/>
                <a:sym typeface="Calibri"/>
              </a:defRPr>
            </a:lvl7pPr>
            <a:lvl8pPr marL="0" marR="0" lvl="7" indent="0" algn="r" rtl="0">
              <a:spcBef>
                <a:spcPts val="0"/>
              </a:spcBef>
              <a:buNone/>
              <a:defRPr sz="1870" b="0" i="0" u="none" strike="noStrike" cap="none">
                <a:solidFill>
                  <a:srgbClr val="888888"/>
                </a:solidFill>
                <a:latin typeface="Calibri"/>
                <a:ea typeface="Calibri"/>
                <a:cs typeface="Calibri"/>
                <a:sym typeface="Calibri"/>
              </a:defRPr>
            </a:lvl8pPr>
            <a:lvl9pPr marL="0" marR="0" lvl="8" indent="0" algn="r" rtl="0">
              <a:spcBef>
                <a:spcPts val="0"/>
              </a:spcBef>
              <a:buNone/>
              <a:defRPr sz="187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5.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5.xml"/><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5.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5.xml"/><Relationship Id="rId5" Type="http://schemas.openxmlformats.org/officeDocument/2006/relationships/image" Target="../media/image13.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5.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15.png"/><Relationship Id="rId7"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7.png"/><Relationship Id="rId11" Type="http://schemas.openxmlformats.org/officeDocument/2006/relationships/image" Target="../media/image20.png"/><Relationship Id="rId5" Type="http://schemas.openxmlformats.org/officeDocument/2006/relationships/image" Target="../media/image16.png"/><Relationship Id="rId10" Type="http://schemas.microsoft.com/office/2007/relationships/hdphoto" Target="../media/hdphoto3.wdp"/><Relationship Id="rId4" Type="http://schemas.microsoft.com/office/2007/relationships/hdphoto" Target="../media/hdphoto1.wdp"/><Relationship Id="rId9" Type="http://schemas.openxmlformats.org/officeDocument/2006/relationships/image" Target="../media/image19.png"/></Relationships>
</file>

<file path=ppt/slides/_rels/slide20.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21.png"/><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5.png"/><Relationship Id="rId7"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microsoft.com/office/2007/relationships/hdphoto" Target="../media/hdphoto6.wdp"/><Relationship Id="rId5" Type="http://schemas.openxmlformats.org/officeDocument/2006/relationships/image" Target="../media/image26.png"/><Relationship Id="rId4" Type="http://schemas.microsoft.com/office/2007/relationships/hdphoto" Target="../media/hdphoto5.wdp"/></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image" Target="../media/image31.png"/></Relationships>
</file>

<file path=ppt/slides/_rels/slide24.xml.rels><?xml version="1.0" encoding="UTF-8" standalone="yes"?>
<Relationships xmlns="http://schemas.openxmlformats.org/package/2006/relationships"><Relationship Id="rId3" Type="http://schemas.microsoft.com/office/2007/relationships/hdphoto" Target="../media/hdphoto7.wdp"/><Relationship Id="rId7" Type="http://schemas.openxmlformats.org/officeDocument/2006/relationships/image" Target="../media/image36.png"/><Relationship Id="rId2" Type="http://schemas.openxmlformats.org/officeDocument/2006/relationships/image" Target="../media/image33.png"/><Relationship Id="rId1" Type="http://schemas.openxmlformats.org/officeDocument/2006/relationships/slideLayout" Target="../slideLayouts/slideLayout1.xml"/><Relationship Id="rId6" Type="http://schemas.openxmlformats.org/officeDocument/2006/relationships/image" Target="../media/image35.png"/><Relationship Id="rId5" Type="http://schemas.microsoft.com/office/2007/relationships/hdphoto" Target="../media/hdphoto8.wdp"/><Relationship Id="rId4" Type="http://schemas.openxmlformats.org/officeDocument/2006/relationships/image" Target="../media/image34.png"/></Relationships>
</file>

<file path=ppt/slides/_rels/slide2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grpSp>
        <p:nvGrpSpPr>
          <p:cNvPr id="89" name="Google Shape;89;p13"/>
          <p:cNvGrpSpPr/>
          <p:nvPr/>
        </p:nvGrpSpPr>
        <p:grpSpPr>
          <a:xfrm>
            <a:off x="-3939" y="2070100"/>
            <a:ext cx="15071695" cy="827992"/>
            <a:chOff x="-16184" y="8640158"/>
            <a:chExt cx="4045716" cy="439420"/>
          </a:xfrm>
        </p:grpSpPr>
        <p:sp>
          <p:nvSpPr>
            <p:cNvPr id="90" name="Google Shape;90;p13"/>
            <p:cNvSpPr/>
            <p:nvPr/>
          </p:nvSpPr>
          <p:spPr>
            <a:xfrm>
              <a:off x="-16184" y="8640158"/>
              <a:ext cx="3923363" cy="439420"/>
            </a:xfrm>
            <a:custGeom>
              <a:avLst/>
              <a:gdLst/>
              <a:ahLst/>
              <a:cxnLst/>
              <a:rect l="l" t="t" r="r" b="b"/>
              <a:pathLst>
                <a:path w="3844925" h="439420" extrusionOk="0">
                  <a:moveTo>
                    <a:pt x="0" y="439204"/>
                  </a:moveTo>
                  <a:lnTo>
                    <a:pt x="3844798" y="439204"/>
                  </a:lnTo>
                  <a:lnTo>
                    <a:pt x="3844798" y="0"/>
                  </a:lnTo>
                  <a:lnTo>
                    <a:pt x="0" y="0"/>
                  </a:lnTo>
                  <a:lnTo>
                    <a:pt x="0" y="439204"/>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457200" marR="0" lvl="1" indent="0" algn="ctr" rtl="0">
                <a:spcBef>
                  <a:spcPts val="0"/>
                </a:spcBef>
                <a:spcAft>
                  <a:spcPts val="0"/>
                </a:spcAft>
                <a:buNone/>
              </a:pPr>
              <a:r>
                <a:rPr lang="en-US" sz="5400" b="0" i="0" u="none" strike="noStrike" cap="none" dirty="0">
                  <a:solidFill>
                    <a:schemeClr val="lt1"/>
                  </a:solidFill>
                  <a:latin typeface="Calibri"/>
                  <a:ea typeface="Calibri"/>
                  <a:cs typeface="Calibri"/>
                  <a:sym typeface="Calibri"/>
                </a:rPr>
                <a:t>HR Data analysis </a:t>
              </a:r>
              <a:endParaRPr sz="5400" b="0" i="0" u="none" strike="noStrike" cap="none" dirty="0">
                <a:solidFill>
                  <a:schemeClr val="lt1"/>
                </a:solidFill>
                <a:latin typeface="Calibri"/>
                <a:ea typeface="Calibri"/>
                <a:cs typeface="Calibri"/>
                <a:sym typeface="Calibri"/>
              </a:endParaRPr>
            </a:p>
          </p:txBody>
        </p:sp>
        <p:sp>
          <p:nvSpPr>
            <p:cNvPr id="91" name="Google Shape;91;p13"/>
            <p:cNvSpPr/>
            <p:nvPr/>
          </p:nvSpPr>
          <p:spPr>
            <a:xfrm>
              <a:off x="3800173" y="8640158"/>
              <a:ext cx="229359" cy="439420"/>
            </a:xfrm>
            <a:custGeom>
              <a:avLst/>
              <a:gdLst/>
              <a:ahLst/>
              <a:cxnLst/>
              <a:rect l="l" t="t" r="r" b="b"/>
              <a:pathLst>
                <a:path w="439420" h="439420" extrusionOk="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pic>
        <p:nvPicPr>
          <p:cNvPr id="92" name="Google Shape;92;p13" descr="Icon&#10;&#10;Description automatically generated with medium confidence"/>
          <p:cNvPicPr preferRelativeResize="0"/>
          <p:nvPr/>
        </p:nvPicPr>
        <p:blipFill rotWithShape="1">
          <a:blip r:embed="rId3">
            <a:alphaModFix/>
          </a:blip>
          <a:srcRect/>
          <a:stretch/>
        </p:blipFill>
        <p:spPr>
          <a:xfrm>
            <a:off x="16439356" y="611280"/>
            <a:ext cx="1863359" cy="2093878"/>
          </a:xfrm>
          <a:prstGeom prst="rect">
            <a:avLst/>
          </a:prstGeom>
          <a:solidFill>
            <a:srgbClr val="ECECEC"/>
          </a:solidFill>
          <a:ln w="88900" cap="sq" cmpd="sng">
            <a:solidFill>
              <a:srgbClr val="FFFFFF"/>
            </a:solidFill>
            <a:prstDash val="solid"/>
            <a:miter lim="800000"/>
            <a:headEnd type="none" w="sm" len="sm"/>
            <a:tailEnd type="none" w="sm" len="sm"/>
          </a:ln>
          <a:effectLst>
            <a:outerShdw blurRad="55000" dist="18000" dir="5400000" algn="tl" rotWithShape="0">
              <a:srgbClr val="000000">
                <a:alpha val="40000"/>
              </a:srgbClr>
            </a:outerShdw>
          </a:effectLst>
        </p:spPr>
      </p:pic>
      <p:grpSp>
        <p:nvGrpSpPr>
          <p:cNvPr id="94" name="Google Shape;94;p13"/>
          <p:cNvGrpSpPr/>
          <p:nvPr/>
        </p:nvGrpSpPr>
        <p:grpSpPr>
          <a:xfrm>
            <a:off x="-19844" y="4221843"/>
            <a:ext cx="4134644" cy="667645"/>
            <a:chOff x="601553" y="8642689"/>
            <a:chExt cx="3734795" cy="354323"/>
          </a:xfrm>
        </p:grpSpPr>
        <p:sp>
          <p:nvSpPr>
            <p:cNvPr id="95" name="Google Shape;95;p13"/>
            <p:cNvSpPr/>
            <p:nvPr/>
          </p:nvSpPr>
          <p:spPr>
            <a:xfrm>
              <a:off x="601553" y="8642693"/>
              <a:ext cx="3321810" cy="354319"/>
            </a:xfrm>
            <a:custGeom>
              <a:avLst/>
              <a:gdLst/>
              <a:ahLst/>
              <a:cxnLst/>
              <a:rect l="l" t="t" r="r" b="b"/>
              <a:pathLst>
                <a:path w="3844925" h="439420" extrusionOk="0">
                  <a:moveTo>
                    <a:pt x="0" y="439204"/>
                  </a:moveTo>
                  <a:lnTo>
                    <a:pt x="3844798" y="439204"/>
                  </a:lnTo>
                  <a:lnTo>
                    <a:pt x="3844798" y="0"/>
                  </a:lnTo>
                  <a:lnTo>
                    <a:pt x="0" y="0"/>
                  </a:lnTo>
                  <a:lnTo>
                    <a:pt x="0" y="439204"/>
                  </a:lnTo>
                  <a:close/>
                </a:path>
              </a:pathLst>
            </a:custGeom>
            <a:solidFill>
              <a:srgbClr val="C55A11"/>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r>
                <a:rPr lang="en-US" sz="3600">
                  <a:solidFill>
                    <a:schemeClr val="lt1"/>
                  </a:solidFill>
                  <a:latin typeface="Calibri"/>
                  <a:ea typeface="Calibri"/>
                  <a:cs typeface="Calibri"/>
                  <a:sym typeface="Calibri"/>
                </a:rPr>
                <a:t>	Presented by</a:t>
              </a:r>
              <a:endParaRPr sz="1800">
                <a:solidFill>
                  <a:schemeClr val="lt1"/>
                </a:solidFill>
                <a:latin typeface="Calibri"/>
                <a:ea typeface="Calibri"/>
                <a:cs typeface="Calibri"/>
                <a:sym typeface="Calibri"/>
              </a:endParaRPr>
            </a:p>
          </p:txBody>
        </p:sp>
        <p:sp>
          <p:nvSpPr>
            <p:cNvPr id="96" name="Google Shape;96;p13"/>
            <p:cNvSpPr/>
            <p:nvPr/>
          </p:nvSpPr>
          <p:spPr>
            <a:xfrm>
              <a:off x="3621605" y="8642689"/>
              <a:ext cx="714743" cy="354319"/>
            </a:xfrm>
            <a:custGeom>
              <a:avLst/>
              <a:gdLst/>
              <a:ahLst/>
              <a:cxnLst/>
              <a:rect l="l" t="t" r="r" b="b"/>
              <a:pathLst>
                <a:path w="439420" h="439420" extrusionOk="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C55A11"/>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97" name="Google Shape;97;p13"/>
          <p:cNvGrpSpPr/>
          <p:nvPr/>
        </p:nvGrpSpPr>
        <p:grpSpPr>
          <a:xfrm>
            <a:off x="15247247" y="4245779"/>
            <a:ext cx="3782909" cy="667644"/>
            <a:chOff x="-301759" y="8642690"/>
            <a:chExt cx="4225122" cy="354322"/>
          </a:xfrm>
        </p:grpSpPr>
        <p:sp>
          <p:nvSpPr>
            <p:cNvPr id="98" name="Google Shape;98;p13"/>
            <p:cNvSpPr/>
            <p:nvPr/>
          </p:nvSpPr>
          <p:spPr>
            <a:xfrm>
              <a:off x="0" y="8642690"/>
              <a:ext cx="3923363" cy="354319"/>
            </a:xfrm>
            <a:custGeom>
              <a:avLst/>
              <a:gdLst/>
              <a:ahLst/>
              <a:cxnLst/>
              <a:rect l="l" t="t" r="r" b="b"/>
              <a:pathLst>
                <a:path w="3844925" h="439420" extrusionOk="0">
                  <a:moveTo>
                    <a:pt x="0" y="439204"/>
                  </a:moveTo>
                  <a:lnTo>
                    <a:pt x="3844798" y="439204"/>
                  </a:lnTo>
                  <a:lnTo>
                    <a:pt x="3844798" y="0"/>
                  </a:lnTo>
                  <a:lnTo>
                    <a:pt x="0" y="0"/>
                  </a:lnTo>
                  <a:lnTo>
                    <a:pt x="0" y="439204"/>
                  </a:lnTo>
                  <a:close/>
                </a:path>
              </a:pathLst>
            </a:custGeom>
            <a:solidFill>
              <a:srgbClr val="C55A11"/>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r>
                <a:rPr lang="en-US" sz="3600">
                  <a:solidFill>
                    <a:schemeClr val="lt1"/>
                  </a:solidFill>
                  <a:latin typeface="Calibri"/>
                  <a:ea typeface="Calibri"/>
                  <a:cs typeface="Calibri"/>
                  <a:sym typeface="Calibri"/>
                </a:rPr>
                <a:t>	Guided by</a:t>
              </a:r>
              <a:endParaRPr sz="1800">
                <a:solidFill>
                  <a:schemeClr val="lt1"/>
                </a:solidFill>
                <a:latin typeface="Calibri"/>
                <a:ea typeface="Calibri"/>
                <a:cs typeface="Calibri"/>
                <a:sym typeface="Calibri"/>
              </a:endParaRPr>
            </a:p>
          </p:txBody>
        </p:sp>
        <p:sp>
          <p:nvSpPr>
            <p:cNvPr id="99" name="Google Shape;99;p13"/>
            <p:cNvSpPr/>
            <p:nvPr/>
          </p:nvSpPr>
          <p:spPr>
            <a:xfrm>
              <a:off x="-301759" y="8642693"/>
              <a:ext cx="714743" cy="354319"/>
            </a:xfrm>
            <a:custGeom>
              <a:avLst/>
              <a:gdLst/>
              <a:ahLst/>
              <a:cxnLst/>
              <a:rect l="l" t="t" r="r" b="b"/>
              <a:pathLst>
                <a:path w="439420" h="439420" extrusionOk="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C55A11"/>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00" name="Google Shape;100;p13"/>
          <p:cNvSpPr txBox="1"/>
          <p:nvPr/>
        </p:nvSpPr>
        <p:spPr>
          <a:xfrm>
            <a:off x="317578" y="5257923"/>
            <a:ext cx="4419600" cy="1938952"/>
          </a:xfrm>
          <a:prstGeom prst="rect">
            <a:avLst/>
          </a:prstGeom>
          <a:noFill/>
          <a:ln>
            <a:noFill/>
          </a:ln>
        </p:spPr>
        <p:txBody>
          <a:bodyPr spcFirstLastPara="1" wrap="square" lIns="91425" tIns="45700" rIns="91425" bIns="45700" anchor="t" anchorCtr="0">
            <a:spAutoFit/>
          </a:bodyPr>
          <a:lstStyle/>
          <a:p>
            <a:pPr marL="571500" marR="0" lvl="0" indent="-571500" algn="l" rtl="0">
              <a:spcBef>
                <a:spcPts val="0"/>
              </a:spcBef>
              <a:spcAft>
                <a:spcPts val="0"/>
              </a:spcAft>
              <a:buFont typeface="Arial" panose="020B0604020202020204" pitchFamily="34" charset="0"/>
              <a:buChar char="•"/>
            </a:pPr>
            <a:r>
              <a:rPr lang="en-US" sz="4000" dirty="0">
                <a:solidFill>
                  <a:schemeClr val="dk1"/>
                </a:solidFill>
                <a:latin typeface="Calibri"/>
                <a:ea typeface="Calibri"/>
                <a:cs typeface="Calibri"/>
                <a:sym typeface="Calibri"/>
              </a:rPr>
              <a:t>Yaswanth </a:t>
            </a:r>
          </a:p>
          <a:p>
            <a:pPr marL="571500" marR="0" lvl="0" indent="-571500" algn="l" rtl="0">
              <a:spcBef>
                <a:spcPts val="0"/>
              </a:spcBef>
              <a:spcAft>
                <a:spcPts val="0"/>
              </a:spcAft>
              <a:buFont typeface="Arial" panose="020B0604020202020204" pitchFamily="34" charset="0"/>
              <a:buChar char="•"/>
            </a:pPr>
            <a:r>
              <a:rPr lang="en-US" sz="4000" dirty="0" err="1">
                <a:solidFill>
                  <a:schemeClr val="dk1"/>
                </a:solidFill>
                <a:latin typeface="Calibri"/>
                <a:ea typeface="Calibri"/>
                <a:cs typeface="Calibri"/>
                <a:sym typeface="Calibri"/>
              </a:rPr>
              <a:t>Rosannagari</a:t>
            </a:r>
            <a:endParaRPr lang="en-US" sz="4000" dirty="0">
              <a:solidFill>
                <a:schemeClr val="dk1"/>
              </a:solidFill>
              <a:latin typeface="Calibri"/>
              <a:ea typeface="Calibri"/>
              <a:cs typeface="Calibri"/>
              <a:sym typeface="Calibri"/>
            </a:endParaRPr>
          </a:p>
          <a:p>
            <a:pPr marL="571500" marR="0" lvl="0" indent="-571500" algn="l" rtl="0">
              <a:spcBef>
                <a:spcPts val="0"/>
              </a:spcBef>
              <a:spcAft>
                <a:spcPts val="0"/>
              </a:spcAft>
              <a:buFont typeface="Arial" panose="020B0604020202020204" pitchFamily="34" charset="0"/>
              <a:buChar char="•"/>
            </a:pPr>
            <a:endParaRPr lang="en-US" sz="4000" dirty="0">
              <a:solidFill>
                <a:schemeClr val="dk1"/>
              </a:solidFill>
              <a:latin typeface="Calibri"/>
              <a:ea typeface="Calibri"/>
              <a:cs typeface="Calibri"/>
              <a:sym typeface="Calibri"/>
            </a:endParaRPr>
          </a:p>
        </p:txBody>
      </p:sp>
      <p:sp>
        <p:nvSpPr>
          <p:cNvPr id="101" name="Google Shape;101;p13"/>
          <p:cNvSpPr txBox="1"/>
          <p:nvPr/>
        </p:nvSpPr>
        <p:spPr>
          <a:xfrm>
            <a:off x="14825331" y="5481097"/>
            <a:ext cx="4204826" cy="646290"/>
          </a:xfrm>
          <a:prstGeom prst="rect">
            <a:avLst/>
          </a:prstGeom>
          <a:noFill/>
          <a:ln>
            <a:noFill/>
          </a:ln>
        </p:spPr>
        <p:txBody>
          <a:bodyPr spcFirstLastPara="1" wrap="square" lIns="91425" tIns="45700" rIns="91425" bIns="45700" anchor="t" anchorCtr="0">
            <a:spAutoFit/>
          </a:bodyPr>
          <a:lstStyle/>
          <a:p>
            <a:pPr marL="571500" marR="0" lvl="0" indent="-571500" algn="l" rtl="0">
              <a:spcBef>
                <a:spcPts val="0"/>
              </a:spcBef>
              <a:spcAft>
                <a:spcPts val="0"/>
              </a:spcAft>
              <a:buFont typeface="Arial" panose="020B0604020202020204" pitchFamily="34" charset="0"/>
              <a:buChar char="•"/>
            </a:pPr>
            <a:r>
              <a:rPr lang="en-US" sz="3600" dirty="0">
                <a:solidFill>
                  <a:schemeClr val="dk1"/>
                </a:solidFill>
                <a:latin typeface="Calibri"/>
                <a:cs typeface="Calibri"/>
              </a:rPr>
              <a:t>Siddhant Sharma</a:t>
            </a:r>
            <a:endParaRPr sz="3600" dirty="0">
              <a:solidFill>
                <a:schemeClr val="dk1"/>
              </a:solidFill>
              <a:latin typeface="Calibri"/>
              <a:cs typeface="Calibri"/>
            </a:endParaRPr>
          </a:p>
        </p:txBody>
      </p:sp>
      <p:sp>
        <p:nvSpPr>
          <p:cNvPr id="111" name="Google Shape;111;p13"/>
          <p:cNvSpPr txBox="1">
            <a:spLocks noGrp="1"/>
          </p:cNvSpPr>
          <p:nvPr>
            <p:ph type="sldNum" idx="12"/>
          </p:nvPr>
        </p:nvSpPr>
        <p:spPr>
          <a:xfrm>
            <a:off x="18115756" y="9911199"/>
            <a:ext cx="575041" cy="388502"/>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3200">
                <a:solidFill>
                  <a:schemeClr val="lt1"/>
                </a:solidFill>
              </a:rPr>
              <a:t>1</a:t>
            </a:fld>
            <a:endParaRPr>
              <a:solidFill>
                <a:schemeClr val="lt1"/>
              </a:solidFill>
            </a:endParaRPr>
          </a:p>
        </p:txBody>
      </p:sp>
      <p:pic>
        <p:nvPicPr>
          <p:cNvPr id="1026" name="Picture 2" descr="Learn Online with EduBridge - YouTube">
            <a:extLst>
              <a:ext uri="{FF2B5EF4-FFF2-40B4-BE49-F238E27FC236}">
                <a16:creationId xmlns:a16="http://schemas.microsoft.com/office/drawing/2014/main" id="{63BE0E79-91B6-5E37-4A6E-1DC41CD8D01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446802" y="635466"/>
            <a:ext cx="1863359" cy="2069691"/>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How can HR professionals sharpen their data analysis skills?">
            <a:extLst>
              <a:ext uri="{FF2B5EF4-FFF2-40B4-BE49-F238E27FC236}">
                <a16:creationId xmlns:a16="http://schemas.microsoft.com/office/drawing/2014/main" id="{58449D35-4568-5EB5-820B-4A91AE9EAA9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52066" y="5229962"/>
            <a:ext cx="7512347" cy="3807149"/>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Unlocking the Power of HR Analytics: A Game-Changer for HR Professionals">
            <a:extLst>
              <a:ext uri="{FF2B5EF4-FFF2-40B4-BE49-F238E27FC236}">
                <a16:creationId xmlns:a16="http://schemas.microsoft.com/office/drawing/2014/main" id="{43032CFB-FB4E-F695-F55C-9D84020C5A4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84983" y="3499296"/>
            <a:ext cx="10439886" cy="593289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4"/>
          <p:cNvSpPr txBox="1">
            <a:spLocks noGrp="1"/>
          </p:cNvSpPr>
          <p:nvPr>
            <p:ph type="sldNum" idx="12"/>
          </p:nvPr>
        </p:nvSpPr>
        <p:spPr>
          <a:xfrm>
            <a:off x="13426034" y="9911198"/>
            <a:ext cx="4277320" cy="5693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3200">
                <a:solidFill>
                  <a:schemeClr val="lt1"/>
                </a:solidFill>
              </a:rPr>
              <a:t>2</a:t>
            </a:fld>
            <a:endParaRPr sz="3200">
              <a:solidFill>
                <a:schemeClr val="lt1"/>
              </a:solidFill>
            </a:endParaRPr>
          </a:p>
        </p:txBody>
      </p:sp>
      <p:grpSp>
        <p:nvGrpSpPr>
          <p:cNvPr id="117" name="Google Shape;117;p14"/>
          <p:cNvGrpSpPr/>
          <p:nvPr/>
        </p:nvGrpSpPr>
        <p:grpSpPr>
          <a:xfrm>
            <a:off x="-2" y="9568581"/>
            <a:ext cx="19010314" cy="1112119"/>
            <a:chOff x="-2" y="9568581"/>
            <a:chExt cx="19010314" cy="1112119"/>
          </a:xfrm>
        </p:grpSpPr>
        <p:grpSp>
          <p:nvGrpSpPr>
            <p:cNvPr id="118" name="Google Shape;118;p14"/>
            <p:cNvGrpSpPr/>
            <p:nvPr/>
          </p:nvGrpSpPr>
          <p:grpSpPr>
            <a:xfrm>
              <a:off x="-2" y="9568581"/>
              <a:ext cx="19010314" cy="1112119"/>
              <a:chOff x="-324645" y="2222500"/>
              <a:chExt cx="22261686" cy="1302327"/>
            </a:xfrm>
          </p:grpSpPr>
          <p:sp>
            <p:nvSpPr>
              <p:cNvPr id="119" name="Google Shape;119;p14"/>
              <p:cNvSpPr/>
              <p:nvPr/>
            </p:nvSpPr>
            <p:spPr>
              <a:xfrm>
                <a:off x="-324645" y="2222500"/>
                <a:ext cx="17644827" cy="1302327"/>
              </a:xfrm>
              <a:custGeom>
                <a:avLst/>
                <a:gdLst/>
                <a:ahLst/>
                <a:cxnLst/>
                <a:rect l="l" t="t" r="r" b="b"/>
                <a:pathLst>
                  <a:path w="1892300" h="440055" extrusionOk="0">
                    <a:moveTo>
                      <a:pt x="0" y="439737"/>
                    </a:moveTo>
                    <a:lnTo>
                      <a:pt x="1892300" y="439737"/>
                    </a:lnTo>
                    <a:lnTo>
                      <a:pt x="1892300" y="0"/>
                    </a:lnTo>
                    <a:lnTo>
                      <a:pt x="0" y="0"/>
                    </a:lnTo>
                    <a:lnTo>
                      <a:pt x="0" y="439737"/>
                    </a:lnTo>
                    <a:close/>
                  </a:path>
                </a:pathLst>
              </a:custGeom>
              <a:solidFill>
                <a:srgbClr val="FFF2C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0" name="Google Shape;120;p14"/>
              <p:cNvSpPr/>
              <p:nvPr/>
            </p:nvSpPr>
            <p:spPr>
              <a:xfrm>
                <a:off x="20621789" y="2222500"/>
                <a:ext cx="1315252" cy="1302327"/>
              </a:xfrm>
              <a:custGeom>
                <a:avLst/>
                <a:gdLst/>
                <a:ahLst/>
                <a:cxnLst/>
                <a:rect l="l" t="t" r="r" b="b"/>
                <a:pathLst>
                  <a:path w="1883409" h="440055" extrusionOk="0">
                    <a:moveTo>
                      <a:pt x="0" y="0"/>
                    </a:moveTo>
                    <a:lnTo>
                      <a:pt x="0" y="439737"/>
                    </a:lnTo>
                    <a:lnTo>
                      <a:pt x="1883155" y="439737"/>
                    </a:lnTo>
                    <a:lnTo>
                      <a:pt x="1883155" y="0"/>
                    </a:lnTo>
                    <a:lnTo>
                      <a:pt x="0" y="0"/>
                    </a:lnTo>
                    <a:close/>
                  </a:path>
                </a:pathLst>
              </a:custGeom>
              <a:solidFill>
                <a:srgbClr val="FF8200"/>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21" name="Google Shape;121;p14"/>
            <p:cNvSpPr/>
            <p:nvPr/>
          </p:nvSpPr>
          <p:spPr>
            <a:xfrm>
              <a:off x="15067756" y="9568581"/>
              <a:ext cx="2819400" cy="1112119"/>
            </a:xfrm>
            <a:custGeom>
              <a:avLst/>
              <a:gdLst/>
              <a:ahLst/>
              <a:cxnLst/>
              <a:rect l="l" t="t" r="r" b="b"/>
              <a:pathLst>
                <a:path w="1883409" h="440055" extrusionOk="0">
                  <a:moveTo>
                    <a:pt x="0" y="0"/>
                  </a:moveTo>
                  <a:lnTo>
                    <a:pt x="0" y="439737"/>
                  </a:lnTo>
                  <a:lnTo>
                    <a:pt x="1883155" y="439737"/>
                  </a:lnTo>
                  <a:lnTo>
                    <a:pt x="1883155" y="0"/>
                  </a:lnTo>
                  <a:lnTo>
                    <a:pt x="0" y="0"/>
                  </a:lnTo>
                  <a:close/>
                </a:path>
              </a:pathLst>
            </a:custGeom>
            <a:solidFill>
              <a:srgbClr val="FEE599"/>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22" name="Google Shape;122;p14"/>
          <p:cNvSpPr txBox="1"/>
          <p:nvPr/>
        </p:nvSpPr>
        <p:spPr>
          <a:xfrm>
            <a:off x="665956" y="9771598"/>
            <a:ext cx="11277600" cy="707886"/>
          </a:xfrm>
          <a:prstGeom prst="rect">
            <a:avLst/>
          </a:prstGeom>
          <a:noFill/>
          <a:ln>
            <a:noFill/>
          </a:ln>
        </p:spPr>
        <p:txBody>
          <a:bodyPr spcFirstLastPara="1" wrap="square" lIns="91425" tIns="45700" rIns="91425" bIns="45700" anchor="t" anchorCtr="0">
            <a:spAutoFit/>
          </a:bodyPr>
          <a:lstStyle/>
          <a:p>
            <a:pPr marL="457200" marR="0" lvl="1" indent="0" rtl="0">
              <a:spcBef>
                <a:spcPts val="0"/>
              </a:spcBef>
              <a:spcAft>
                <a:spcPts val="0"/>
              </a:spcAft>
              <a:buNone/>
            </a:pPr>
            <a:r>
              <a:rPr lang="en-US" sz="4000" b="0" i="0" u="none" strike="noStrike" cap="none" dirty="0">
                <a:solidFill>
                  <a:schemeClr val="tx1"/>
                </a:solidFill>
                <a:latin typeface="Calibri"/>
                <a:ea typeface="Calibri"/>
                <a:cs typeface="Calibri"/>
                <a:sym typeface="Calibri"/>
              </a:rPr>
              <a:t>HR Data analysis </a:t>
            </a:r>
          </a:p>
        </p:txBody>
      </p:sp>
      <p:sp>
        <p:nvSpPr>
          <p:cNvPr id="124" name="Google Shape;124;p14"/>
          <p:cNvSpPr txBox="1"/>
          <p:nvPr/>
        </p:nvSpPr>
        <p:spPr>
          <a:xfrm>
            <a:off x="18115756" y="9911199"/>
            <a:ext cx="575041" cy="38850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1870" dirty="0">
                <a:solidFill>
                  <a:schemeClr val="lt1"/>
                </a:solidFill>
                <a:latin typeface="Calibri"/>
                <a:ea typeface="Calibri"/>
                <a:cs typeface="Calibri"/>
                <a:sym typeface="Calibri"/>
              </a:rPr>
              <a:t>2</a:t>
            </a:r>
            <a:endParaRPr sz="1870" dirty="0">
              <a:solidFill>
                <a:schemeClr val="lt1"/>
              </a:solidFill>
              <a:latin typeface="Calibri"/>
              <a:ea typeface="Calibri"/>
              <a:cs typeface="Calibri"/>
              <a:sym typeface="Calibri"/>
            </a:endParaRPr>
          </a:p>
        </p:txBody>
      </p:sp>
      <p:grpSp>
        <p:nvGrpSpPr>
          <p:cNvPr id="125" name="Google Shape;125;p14"/>
          <p:cNvGrpSpPr/>
          <p:nvPr/>
        </p:nvGrpSpPr>
        <p:grpSpPr>
          <a:xfrm>
            <a:off x="-26281" y="774700"/>
            <a:ext cx="15071695" cy="827992"/>
            <a:chOff x="-16184" y="8640158"/>
            <a:chExt cx="4045716" cy="439420"/>
          </a:xfrm>
        </p:grpSpPr>
        <p:sp>
          <p:nvSpPr>
            <p:cNvPr id="126" name="Google Shape;126;p14"/>
            <p:cNvSpPr/>
            <p:nvPr/>
          </p:nvSpPr>
          <p:spPr>
            <a:xfrm>
              <a:off x="-16184" y="8640158"/>
              <a:ext cx="3923363" cy="439420"/>
            </a:xfrm>
            <a:custGeom>
              <a:avLst/>
              <a:gdLst/>
              <a:ahLst/>
              <a:cxnLst/>
              <a:rect l="l" t="t" r="r" b="b"/>
              <a:pathLst>
                <a:path w="3844925" h="439420" extrusionOk="0">
                  <a:moveTo>
                    <a:pt x="0" y="439204"/>
                  </a:moveTo>
                  <a:lnTo>
                    <a:pt x="3844798" y="439204"/>
                  </a:lnTo>
                  <a:lnTo>
                    <a:pt x="3844798" y="0"/>
                  </a:lnTo>
                  <a:lnTo>
                    <a:pt x="0" y="0"/>
                  </a:lnTo>
                  <a:lnTo>
                    <a:pt x="0" y="439204"/>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457200" marR="0" lvl="1" indent="0" algn="ctr" rtl="0">
                <a:spcBef>
                  <a:spcPts val="0"/>
                </a:spcBef>
                <a:spcAft>
                  <a:spcPts val="0"/>
                </a:spcAft>
                <a:buNone/>
              </a:pPr>
              <a:r>
                <a:rPr lang="en-US" sz="5400" b="0" i="0" u="none" strike="noStrike" cap="none">
                  <a:solidFill>
                    <a:schemeClr val="lt1"/>
                  </a:solidFill>
                  <a:latin typeface="Calibri"/>
                  <a:ea typeface="Calibri"/>
                  <a:cs typeface="Calibri"/>
                  <a:sym typeface="Calibri"/>
                </a:rPr>
                <a:t>Content</a:t>
              </a:r>
              <a:endParaRPr sz="2000" b="0" i="0" u="none" strike="noStrike" cap="none">
                <a:solidFill>
                  <a:schemeClr val="lt1"/>
                </a:solidFill>
                <a:latin typeface="Calibri"/>
                <a:ea typeface="Calibri"/>
                <a:cs typeface="Calibri"/>
                <a:sym typeface="Calibri"/>
              </a:endParaRPr>
            </a:p>
          </p:txBody>
        </p:sp>
        <p:sp>
          <p:nvSpPr>
            <p:cNvPr id="127" name="Google Shape;127;p14"/>
            <p:cNvSpPr/>
            <p:nvPr/>
          </p:nvSpPr>
          <p:spPr>
            <a:xfrm>
              <a:off x="3800173" y="8640158"/>
              <a:ext cx="229359" cy="439420"/>
            </a:xfrm>
            <a:custGeom>
              <a:avLst/>
              <a:gdLst/>
              <a:ahLst/>
              <a:cxnLst/>
              <a:rect l="l" t="t" r="r" b="b"/>
              <a:pathLst>
                <a:path w="439420" h="439420" extrusionOk="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28" name="Google Shape;128;p14"/>
          <p:cNvSpPr txBox="1"/>
          <p:nvPr/>
        </p:nvSpPr>
        <p:spPr>
          <a:xfrm>
            <a:off x="1199356" y="1765300"/>
            <a:ext cx="12226678" cy="6186269"/>
          </a:xfrm>
          <a:prstGeom prst="rect">
            <a:avLst/>
          </a:prstGeom>
          <a:noFill/>
          <a:ln>
            <a:noFill/>
          </a:ln>
        </p:spPr>
        <p:txBody>
          <a:bodyPr spcFirstLastPara="1" wrap="square" lIns="91425" tIns="45700" rIns="91425" bIns="45700" anchor="t" anchorCtr="0">
            <a:spAutoFit/>
          </a:bodyPr>
          <a:lstStyle/>
          <a:p>
            <a:pPr marL="571500" marR="0" lvl="0" indent="-571500" algn="l" rtl="0">
              <a:spcBef>
                <a:spcPts val="0"/>
              </a:spcBef>
              <a:spcAft>
                <a:spcPts val="0"/>
              </a:spcAft>
              <a:buClr>
                <a:schemeClr val="dk1"/>
              </a:buClr>
              <a:buSzPts val="3600"/>
              <a:buFont typeface="Noto Sans Symbols"/>
              <a:buChar char="✔"/>
            </a:pPr>
            <a:r>
              <a:rPr lang="en-US" sz="3600" dirty="0">
                <a:solidFill>
                  <a:schemeClr val="dk1"/>
                </a:solidFill>
                <a:latin typeface="Calibri" panose="020F0502020204030204" pitchFamily="34" charset="0"/>
                <a:ea typeface="Calibri"/>
                <a:cs typeface="Calibri" panose="020F0502020204030204" pitchFamily="34" charset="0"/>
                <a:sym typeface="Calibri"/>
              </a:rPr>
              <a:t>Abstract</a:t>
            </a:r>
            <a:endParaRPr sz="3600" dirty="0">
              <a:latin typeface="Calibri" panose="020F0502020204030204" pitchFamily="34" charset="0"/>
              <a:cs typeface="Calibri" panose="020F0502020204030204" pitchFamily="34" charset="0"/>
            </a:endParaRPr>
          </a:p>
          <a:p>
            <a:pPr marL="571500" marR="0" lvl="0" indent="-571500" algn="l" rtl="0">
              <a:spcBef>
                <a:spcPts val="0"/>
              </a:spcBef>
              <a:spcAft>
                <a:spcPts val="0"/>
              </a:spcAft>
              <a:buClr>
                <a:schemeClr val="dk1"/>
              </a:buClr>
              <a:buSzPts val="3600"/>
              <a:buFont typeface="Noto Sans Symbols"/>
              <a:buChar char="✔"/>
            </a:pPr>
            <a:r>
              <a:rPr lang="en-US" sz="3600" dirty="0">
                <a:solidFill>
                  <a:schemeClr val="dk1"/>
                </a:solidFill>
                <a:latin typeface="Calibri" panose="020F0502020204030204" pitchFamily="34" charset="0"/>
                <a:ea typeface="Calibri"/>
                <a:cs typeface="Calibri" panose="020F0502020204030204" pitchFamily="34" charset="0"/>
                <a:sym typeface="Calibri"/>
              </a:rPr>
              <a:t>SQL Objective on data</a:t>
            </a:r>
          </a:p>
          <a:p>
            <a:pPr marL="571500" marR="0" lvl="0" indent="-571500" algn="l" rtl="0">
              <a:spcBef>
                <a:spcPts val="0"/>
              </a:spcBef>
              <a:spcAft>
                <a:spcPts val="0"/>
              </a:spcAft>
              <a:buClr>
                <a:schemeClr val="dk1"/>
              </a:buClr>
              <a:buSzPts val="3600"/>
              <a:buFont typeface="Noto Sans Symbols"/>
              <a:buChar char="✔"/>
            </a:pPr>
            <a:r>
              <a:rPr lang="en-US" sz="3600" dirty="0">
                <a:latin typeface="Calibri" panose="020F0502020204030204" pitchFamily="34" charset="0"/>
                <a:cs typeface="Calibri" panose="020F0502020204030204" pitchFamily="34" charset="0"/>
              </a:rPr>
              <a:t>Queries on SQL analysis </a:t>
            </a:r>
            <a:endParaRPr lang="en-US" sz="3600" dirty="0">
              <a:solidFill>
                <a:schemeClr val="dk1"/>
              </a:solidFill>
              <a:latin typeface="Calibri" panose="020F0502020204030204" pitchFamily="34" charset="0"/>
              <a:ea typeface="Calibri"/>
              <a:cs typeface="Calibri" panose="020F0502020204030204" pitchFamily="34" charset="0"/>
              <a:sym typeface="Calibri"/>
            </a:endParaRPr>
          </a:p>
          <a:p>
            <a:pPr marL="571500" marR="0" lvl="0" indent="-571500" algn="l" rtl="0">
              <a:spcBef>
                <a:spcPts val="0"/>
              </a:spcBef>
              <a:spcAft>
                <a:spcPts val="0"/>
              </a:spcAft>
              <a:buClr>
                <a:schemeClr val="dk1"/>
              </a:buClr>
              <a:buSzPts val="3600"/>
              <a:buFont typeface="Noto Sans Symbols"/>
              <a:buChar char="✔"/>
            </a:pPr>
            <a:r>
              <a:rPr lang="en-US" sz="3600" dirty="0">
                <a:solidFill>
                  <a:schemeClr val="dk1"/>
                </a:solidFill>
                <a:latin typeface="Calibri" panose="020F0502020204030204" pitchFamily="34" charset="0"/>
                <a:cs typeface="Calibri" panose="020F0502020204030204" pitchFamily="34" charset="0"/>
                <a:sym typeface="Calibri"/>
              </a:rPr>
              <a:t>Python Objectives</a:t>
            </a:r>
            <a:endParaRPr sz="3600" dirty="0">
              <a:latin typeface="Calibri" panose="020F0502020204030204" pitchFamily="34" charset="0"/>
              <a:cs typeface="Calibri" panose="020F0502020204030204" pitchFamily="34" charset="0"/>
            </a:endParaRPr>
          </a:p>
          <a:p>
            <a:pPr marL="571500" marR="0" lvl="0" indent="-571500" algn="l" rtl="0">
              <a:spcBef>
                <a:spcPts val="0"/>
              </a:spcBef>
              <a:spcAft>
                <a:spcPts val="0"/>
              </a:spcAft>
              <a:buClr>
                <a:schemeClr val="dk1"/>
              </a:buClr>
              <a:buSzPts val="3600"/>
              <a:buFont typeface="Noto Sans Symbols"/>
              <a:buChar char="✔"/>
            </a:pPr>
            <a:r>
              <a:rPr lang="en-US" sz="3600" dirty="0">
                <a:solidFill>
                  <a:schemeClr val="dk1"/>
                </a:solidFill>
                <a:latin typeface="Calibri" panose="020F0502020204030204" pitchFamily="34" charset="0"/>
                <a:ea typeface="Calibri"/>
                <a:cs typeface="Calibri" panose="020F0502020204030204" pitchFamily="34" charset="0"/>
                <a:sym typeface="Calibri"/>
              </a:rPr>
              <a:t>Tools and technologies</a:t>
            </a:r>
            <a:endParaRPr sz="3600" dirty="0">
              <a:latin typeface="Calibri" panose="020F0502020204030204" pitchFamily="34" charset="0"/>
              <a:cs typeface="Calibri" panose="020F0502020204030204" pitchFamily="34" charset="0"/>
            </a:endParaRPr>
          </a:p>
          <a:p>
            <a:pPr marL="571500" marR="0" lvl="0" indent="-571500" algn="l" rtl="0">
              <a:spcBef>
                <a:spcPts val="0"/>
              </a:spcBef>
              <a:spcAft>
                <a:spcPts val="0"/>
              </a:spcAft>
              <a:buClr>
                <a:schemeClr val="dk1"/>
              </a:buClr>
              <a:buSzPts val="3600"/>
              <a:buFont typeface="Noto Sans Symbols"/>
              <a:buChar char="✔"/>
            </a:pPr>
            <a:r>
              <a:rPr lang="en-US" sz="3600" dirty="0">
                <a:solidFill>
                  <a:schemeClr val="dk1"/>
                </a:solidFill>
                <a:latin typeface="Calibri" panose="020F0502020204030204" pitchFamily="34" charset="0"/>
                <a:ea typeface="Calibri"/>
                <a:cs typeface="Calibri" panose="020F0502020204030204" pitchFamily="34" charset="0"/>
                <a:sym typeface="Calibri"/>
              </a:rPr>
              <a:t>Testing / EDA on Data </a:t>
            </a:r>
            <a:endParaRPr sz="3600" dirty="0">
              <a:latin typeface="Calibri" panose="020F0502020204030204" pitchFamily="34" charset="0"/>
              <a:cs typeface="Calibri" panose="020F0502020204030204" pitchFamily="34" charset="0"/>
            </a:endParaRPr>
          </a:p>
          <a:p>
            <a:pPr marL="571500" marR="0" lvl="0" indent="-571500" algn="l" rtl="0">
              <a:spcBef>
                <a:spcPts val="0"/>
              </a:spcBef>
              <a:spcAft>
                <a:spcPts val="0"/>
              </a:spcAft>
              <a:buClr>
                <a:schemeClr val="dk1"/>
              </a:buClr>
              <a:buSzPts val="3600"/>
              <a:buFont typeface="Noto Sans Symbols"/>
              <a:buChar char="✔"/>
            </a:pPr>
            <a:r>
              <a:rPr lang="en-US" sz="3600" dirty="0">
                <a:solidFill>
                  <a:schemeClr val="dk1"/>
                </a:solidFill>
                <a:latin typeface="Calibri" panose="020F0502020204030204" pitchFamily="34" charset="0"/>
                <a:ea typeface="Calibri"/>
                <a:cs typeface="Calibri" panose="020F0502020204030204" pitchFamily="34" charset="0"/>
                <a:sym typeface="Calibri"/>
              </a:rPr>
              <a:t>Model preparation / Model Evaluation</a:t>
            </a:r>
            <a:endParaRPr sz="3600" dirty="0">
              <a:latin typeface="Calibri" panose="020F0502020204030204" pitchFamily="34" charset="0"/>
              <a:cs typeface="Calibri" panose="020F0502020204030204" pitchFamily="34" charset="0"/>
            </a:endParaRPr>
          </a:p>
          <a:p>
            <a:pPr marL="571500" marR="0" lvl="0" indent="-571500" algn="l" rtl="0">
              <a:spcBef>
                <a:spcPts val="0"/>
              </a:spcBef>
              <a:spcAft>
                <a:spcPts val="0"/>
              </a:spcAft>
              <a:buClr>
                <a:schemeClr val="dk1"/>
              </a:buClr>
              <a:buSzPts val="3600"/>
              <a:buFont typeface="Noto Sans Symbols"/>
              <a:buChar char="✔"/>
            </a:pPr>
            <a:r>
              <a:rPr lang="en-US" sz="3600" dirty="0">
                <a:latin typeface="Calibri" panose="020F0502020204030204" pitchFamily="34" charset="0"/>
                <a:cs typeface="Calibri" panose="020F0502020204030204" pitchFamily="34" charset="0"/>
              </a:rPr>
              <a:t>Overview on Python analysis </a:t>
            </a:r>
            <a:endParaRPr lang="en-US" sz="3600" dirty="0">
              <a:solidFill>
                <a:schemeClr val="dk1"/>
              </a:solidFill>
              <a:latin typeface="Calibri" panose="020F0502020204030204" pitchFamily="34" charset="0"/>
              <a:ea typeface="Calibri"/>
              <a:cs typeface="Calibri" panose="020F0502020204030204" pitchFamily="34" charset="0"/>
              <a:sym typeface="Calibri"/>
            </a:endParaRPr>
          </a:p>
          <a:p>
            <a:pPr marL="571500" marR="0" lvl="0" indent="-571500" algn="l" rtl="0">
              <a:spcBef>
                <a:spcPts val="0"/>
              </a:spcBef>
              <a:spcAft>
                <a:spcPts val="0"/>
              </a:spcAft>
              <a:buClr>
                <a:schemeClr val="dk1"/>
              </a:buClr>
              <a:buSzPts val="3600"/>
              <a:buFont typeface="Noto Sans Symbols"/>
              <a:buChar char="✔"/>
            </a:pPr>
            <a:r>
              <a:rPr lang="en-US" sz="3600" dirty="0">
                <a:solidFill>
                  <a:schemeClr val="dk1"/>
                </a:solidFill>
                <a:latin typeface="Calibri" panose="020F0502020204030204" pitchFamily="34" charset="0"/>
                <a:cs typeface="Calibri" panose="020F0502020204030204" pitchFamily="34" charset="0"/>
                <a:sym typeface="Calibri"/>
              </a:rPr>
              <a:t>Power BI</a:t>
            </a:r>
          </a:p>
          <a:p>
            <a:pPr marL="571500" marR="0" lvl="0" indent="-571500" algn="l" rtl="0">
              <a:spcBef>
                <a:spcPts val="0"/>
              </a:spcBef>
              <a:spcAft>
                <a:spcPts val="0"/>
              </a:spcAft>
              <a:buClr>
                <a:schemeClr val="dk1"/>
              </a:buClr>
              <a:buSzPts val="3600"/>
              <a:buFont typeface="Noto Sans Symbols"/>
              <a:buChar char="✔"/>
            </a:pPr>
            <a:r>
              <a:rPr lang="en-US" sz="3600" dirty="0">
                <a:solidFill>
                  <a:schemeClr val="dk1"/>
                </a:solidFill>
                <a:latin typeface="Calibri" panose="020F0502020204030204" pitchFamily="34" charset="0"/>
                <a:cs typeface="Calibri" panose="020F0502020204030204" pitchFamily="34" charset="0"/>
                <a:sym typeface="Calibri"/>
              </a:rPr>
              <a:t>Dashboard on Power BI with Overview</a:t>
            </a:r>
            <a:endParaRPr sz="3600" dirty="0">
              <a:latin typeface="Calibri" panose="020F0502020204030204" pitchFamily="34" charset="0"/>
              <a:cs typeface="Calibri" panose="020F0502020204030204" pitchFamily="34" charset="0"/>
            </a:endParaRPr>
          </a:p>
          <a:p>
            <a:pPr marL="571500" marR="0" lvl="0" indent="-571500" algn="l" rtl="0">
              <a:spcBef>
                <a:spcPts val="0"/>
              </a:spcBef>
              <a:spcAft>
                <a:spcPts val="0"/>
              </a:spcAft>
              <a:buClr>
                <a:schemeClr val="dk1"/>
              </a:buClr>
              <a:buSzPts val="3600"/>
              <a:buFont typeface="Noto Sans Symbols"/>
              <a:buChar char="✔"/>
            </a:pPr>
            <a:r>
              <a:rPr lang="en-US" sz="3600" dirty="0">
                <a:solidFill>
                  <a:schemeClr val="dk1"/>
                </a:solidFill>
                <a:latin typeface="Calibri" panose="020F0502020204030204" pitchFamily="34" charset="0"/>
                <a:ea typeface="Calibri"/>
                <a:cs typeface="Calibri" panose="020F0502020204030204" pitchFamily="34" charset="0"/>
                <a:sym typeface="Calibri"/>
              </a:rPr>
              <a:t>Conclusion </a:t>
            </a:r>
            <a:endParaRPr sz="3600" dirty="0">
              <a:latin typeface="Calibri" panose="020F0502020204030204" pitchFamily="34" charset="0"/>
              <a:cs typeface="Calibri" panose="020F050202020403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5"/>
          <p:cNvSpPr txBox="1">
            <a:spLocks noGrp="1"/>
          </p:cNvSpPr>
          <p:nvPr>
            <p:ph type="sldNum" idx="12"/>
          </p:nvPr>
        </p:nvSpPr>
        <p:spPr>
          <a:xfrm>
            <a:off x="13426034" y="9911198"/>
            <a:ext cx="4277320" cy="5693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3200">
                <a:solidFill>
                  <a:schemeClr val="lt1"/>
                </a:solidFill>
              </a:rPr>
              <a:t>3</a:t>
            </a:fld>
            <a:endParaRPr sz="3200">
              <a:solidFill>
                <a:schemeClr val="lt1"/>
              </a:solidFill>
            </a:endParaRPr>
          </a:p>
        </p:txBody>
      </p:sp>
      <p:grpSp>
        <p:nvGrpSpPr>
          <p:cNvPr id="134" name="Google Shape;134;p15"/>
          <p:cNvGrpSpPr/>
          <p:nvPr/>
        </p:nvGrpSpPr>
        <p:grpSpPr>
          <a:xfrm>
            <a:off x="-2" y="9568581"/>
            <a:ext cx="19010314" cy="1112119"/>
            <a:chOff x="-2" y="9568581"/>
            <a:chExt cx="19010314" cy="1112119"/>
          </a:xfrm>
        </p:grpSpPr>
        <p:grpSp>
          <p:nvGrpSpPr>
            <p:cNvPr id="135" name="Google Shape;135;p15"/>
            <p:cNvGrpSpPr/>
            <p:nvPr/>
          </p:nvGrpSpPr>
          <p:grpSpPr>
            <a:xfrm>
              <a:off x="-2" y="9568581"/>
              <a:ext cx="19010314" cy="1112119"/>
              <a:chOff x="-324645" y="2222500"/>
              <a:chExt cx="22261686" cy="1302327"/>
            </a:xfrm>
          </p:grpSpPr>
          <p:sp>
            <p:nvSpPr>
              <p:cNvPr id="136" name="Google Shape;136;p15"/>
              <p:cNvSpPr/>
              <p:nvPr/>
            </p:nvSpPr>
            <p:spPr>
              <a:xfrm>
                <a:off x="-324645" y="2222500"/>
                <a:ext cx="17644827" cy="1302327"/>
              </a:xfrm>
              <a:custGeom>
                <a:avLst/>
                <a:gdLst/>
                <a:ahLst/>
                <a:cxnLst/>
                <a:rect l="l" t="t" r="r" b="b"/>
                <a:pathLst>
                  <a:path w="1892300" h="440055" extrusionOk="0">
                    <a:moveTo>
                      <a:pt x="0" y="439737"/>
                    </a:moveTo>
                    <a:lnTo>
                      <a:pt x="1892300" y="439737"/>
                    </a:lnTo>
                    <a:lnTo>
                      <a:pt x="1892300" y="0"/>
                    </a:lnTo>
                    <a:lnTo>
                      <a:pt x="0" y="0"/>
                    </a:lnTo>
                    <a:lnTo>
                      <a:pt x="0" y="439737"/>
                    </a:lnTo>
                    <a:close/>
                  </a:path>
                </a:pathLst>
              </a:custGeom>
              <a:solidFill>
                <a:srgbClr val="FFF2C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7" name="Google Shape;137;p15"/>
              <p:cNvSpPr/>
              <p:nvPr/>
            </p:nvSpPr>
            <p:spPr>
              <a:xfrm>
                <a:off x="20621789" y="2222500"/>
                <a:ext cx="1315252" cy="1302327"/>
              </a:xfrm>
              <a:custGeom>
                <a:avLst/>
                <a:gdLst/>
                <a:ahLst/>
                <a:cxnLst/>
                <a:rect l="l" t="t" r="r" b="b"/>
                <a:pathLst>
                  <a:path w="1883409" h="440055" extrusionOk="0">
                    <a:moveTo>
                      <a:pt x="0" y="0"/>
                    </a:moveTo>
                    <a:lnTo>
                      <a:pt x="0" y="439737"/>
                    </a:lnTo>
                    <a:lnTo>
                      <a:pt x="1883155" y="439737"/>
                    </a:lnTo>
                    <a:lnTo>
                      <a:pt x="1883155" y="0"/>
                    </a:lnTo>
                    <a:lnTo>
                      <a:pt x="0" y="0"/>
                    </a:lnTo>
                    <a:close/>
                  </a:path>
                </a:pathLst>
              </a:custGeom>
              <a:solidFill>
                <a:srgbClr val="FF8200"/>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38" name="Google Shape;138;p15"/>
            <p:cNvSpPr/>
            <p:nvPr/>
          </p:nvSpPr>
          <p:spPr>
            <a:xfrm>
              <a:off x="15067756" y="9568581"/>
              <a:ext cx="2819400" cy="1112119"/>
            </a:xfrm>
            <a:custGeom>
              <a:avLst/>
              <a:gdLst/>
              <a:ahLst/>
              <a:cxnLst/>
              <a:rect l="l" t="t" r="r" b="b"/>
              <a:pathLst>
                <a:path w="1883409" h="440055" extrusionOk="0">
                  <a:moveTo>
                    <a:pt x="0" y="0"/>
                  </a:moveTo>
                  <a:lnTo>
                    <a:pt x="0" y="439737"/>
                  </a:lnTo>
                  <a:lnTo>
                    <a:pt x="1883155" y="439737"/>
                  </a:lnTo>
                  <a:lnTo>
                    <a:pt x="1883155" y="0"/>
                  </a:lnTo>
                  <a:lnTo>
                    <a:pt x="0" y="0"/>
                  </a:lnTo>
                  <a:close/>
                </a:path>
              </a:pathLst>
            </a:custGeom>
            <a:solidFill>
              <a:srgbClr val="FEE599"/>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39" name="Google Shape;139;p15"/>
          <p:cNvSpPr txBox="1"/>
          <p:nvPr/>
        </p:nvSpPr>
        <p:spPr>
          <a:xfrm>
            <a:off x="665956" y="9771598"/>
            <a:ext cx="11277600" cy="707886"/>
          </a:xfrm>
          <a:prstGeom prst="rect">
            <a:avLst/>
          </a:prstGeom>
          <a:noFill/>
          <a:ln>
            <a:noFill/>
          </a:ln>
        </p:spPr>
        <p:txBody>
          <a:bodyPr spcFirstLastPara="1" wrap="square" lIns="91425" tIns="45700" rIns="91425" bIns="45700" anchor="t" anchorCtr="0">
            <a:spAutoFit/>
          </a:bodyPr>
          <a:lstStyle/>
          <a:p>
            <a:pPr marL="457200" marR="0" lvl="1" indent="0" rtl="0">
              <a:spcBef>
                <a:spcPts val="0"/>
              </a:spcBef>
              <a:spcAft>
                <a:spcPts val="0"/>
              </a:spcAft>
              <a:buNone/>
            </a:pPr>
            <a:r>
              <a:rPr lang="en-US" sz="4000" b="0" i="0" u="none" strike="noStrike" cap="none" dirty="0">
                <a:solidFill>
                  <a:schemeClr val="tx1"/>
                </a:solidFill>
                <a:latin typeface="Calibri"/>
                <a:ea typeface="Calibri"/>
                <a:cs typeface="Calibri"/>
                <a:sym typeface="Calibri"/>
              </a:rPr>
              <a:t>HR Data analysis </a:t>
            </a:r>
          </a:p>
        </p:txBody>
      </p:sp>
      <p:sp>
        <p:nvSpPr>
          <p:cNvPr id="141" name="Google Shape;141;p15"/>
          <p:cNvSpPr txBox="1"/>
          <p:nvPr/>
        </p:nvSpPr>
        <p:spPr>
          <a:xfrm>
            <a:off x="18115756" y="9911199"/>
            <a:ext cx="575041" cy="38850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3200">
                <a:solidFill>
                  <a:schemeClr val="lt1"/>
                </a:solidFill>
                <a:latin typeface="Calibri"/>
                <a:ea typeface="Calibri"/>
                <a:cs typeface="Calibri"/>
                <a:sym typeface="Calibri"/>
              </a:rPr>
              <a:t>3</a:t>
            </a:fld>
            <a:endParaRPr sz="1870" dirty="0">
              <a:solidFill>
                <a:schemeClr val="lt1"/>
              </a:solidFill>
              <a:latin typeface="Calibri"/>
              <a:ea typeface="Calibri"/>
              <a:cs typeface="Calibri"/>
              <a:sym typeface="Calibri"/>
            </a:endParaRPr>
          </a:p>
        </p:txBody>
      </p:sp>
      <p:grpSp>
        <p:nvGrpSpPr>
          <p:cNvPr id="142" name="Google Shape;142;p15"/>
          <p:cNvGrpSpPr/>
          <p:nvPr/>
        </p:nvGrpSpPr>
        <p:grpSpPr>
          <a:xfrm>
            <a:off x="-26281" y="774700"/>
            <a:ext cx="15071695" cy="827992"/>
            <a:chOff x="-16184" y="8640158"/>
            <a:chExt cx="4045716" cy="439420"/>
          </a:xfrm>
        </p:grpSpPr>
        <p:sp>
          <p:nvSpPr>
            <p:cNvPr id="143" name="Google Shape;143;p15"/>
            <p:cNvSpPr/>
            <p:nvPr/>
          </p:nvSpPr>
          <p:spPr>
            <a:xfrm>
              <a:off x="-16184" y="8640158"/>
              <a:ext cx="3923363" cy="439420"/>
            </a:xfrm>
            <a:custGeom>
              <a:avLst/>
              <a:gdLst/>
              <a:ahLst/>
              <a:cxnLst/>
              <a:rect l="l" t="t" r="r" b="b"/>
              <a:pathLst>
                <a:path w="3844925" h="439420" extrusionOk="0">
                  <a:moveTo>
                    <a:pt x="0" y="439204"/>
                  </a:moveTo>
                  <a:lnTo>
                    <a:pt x="3844798" y="439204"/>
                  </a:lnTo>
                  <a:lnTo>
                    <a:pt x="3844798" y="0"/>
                  </a:lnTo>
                  <a:lnTo>
                    <a:pt x="0" y="0"/>
                  </a:lnTo>
                  <a:lnTo>
                    <a:pt x="0" y="439204"/>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457200" marR="0" lvl="1" indent="0" algn="ctr" rtl="0">
                <a:spcBef>
                  <a:spcPts val="0"/>
                </a:spcBef>
                <a:spcAft>
                  <a:spcPts val="0"/>
                </a:spcAft>
                <a:buNone/>
              </a:pPr>
              <a:r>
                <a:rPr lang="en-US" sz="5400" b="0" i="0" u="none" strike="noStrike" cap="none">
                  <a:solidFill>
                    <a:schemeClr val="lt1"/>
                  </a:solidFill>
                  <a:latin typeface="Calibri"/>
                  <a:ea typeface="Calibri"/>
                  <a:cs typeface="Calibri"/>
                  <a:sym typeface="Calibri"/>
                </a:rPr>
                <a:t>1. Abstract</a:t>
              </a:r>
              <a:endParaRPr sz="2000" b="0" i="0" u="none" strike="noStrike" cap="none">
                <a:solidFill>
                  <a:schemeClr val="lt1"/>
                </a:solidFill>
                <a:latin typeface="Calibri"/>
                <a:ea typeface="Calibri"/>
                <a:cs typeface="Calibri"/>
                <a:sym typeface="Calibri"/>
              </a:endParaRPr>
            </a:p>
          </p:txBody>
        </p:sp>
        <p:sp>
          <p:nvSpPr>
            <p:cNvPr id="144" name="Google Shape;144;p15"/>
            <p:cNvSpPr/>
            <p:nvPr/>
          </p:nvSpPr>
          <p:spPr>
            <a:xfrm>
              <a:off x="3800173" y="8640158"/>
              <a:ext cx="229359" cy="439420"/>
            </a:xfrm>
            <a:custGeom>
              <a:avLst/>
              <a:gdLst/>
              <a:ahLst/>
              <a:cxnLst/>
              <a:rect l="l" t="t" r="r" b="b"/>
              <a:pathLst>
                <a:path w="439420" h="439420" extrusionOk="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45" name="Google Shape;145;p15"/>
          <p:cNvSpPr txBox="1"/>
          <p:nvPr/>
        </p:nvSpPr>
        <p:spPr>
          <a:xfrm>
            <a:off x="299545" y="2446021"/>
            <a:ext cx="18224937" cy="5078273"/>
          </a:xfrm>
          <a:prstGeom prst="rect">
            <a:avLst/>
          </a:prstGeom>
          <a:noFill/>
          <a:ln>
            <a:noFill/>
          </a:ln>
        </p:spPr>
        <p:txBody>
          <a:bodyPr spcFirstLastPara="1" wrap="square" lIns="91425" tIns="45700" rIns="91425" bIns="45700" anchor="t" anchorCtr="0">
            <a:spAutoFit/>
          </a:bodyPr>
          <a:lstStyle/>
          <a:p>
            <a:pPr marL="571500" marR="0" lvl="0" indent="-571500" rtl="0">
              <a:spcBef>
                <a:spcPts val="0"/>
              </a:spcBef>
              <a:spcAft>
                <a:spcPts val="0"/>
              </a:spcAft>
              <a:buFont typeface="Wingdings" panose="05000000000000000000" pitchFamily="2" charset="2"/>
              <a:buChar char="Ø"/>
            </a:pPr>
            <a:r>
              <a:rPr lang="en-US" sz="3600" b="0" i="0" dirty="0">
                <a:solidFill>
                  <a:srgbClr val="202124"/>
                </a:solidFill>
                <a:latin typeface="Calibri" panose="020F0502020204030204" pitchFamily="34" charset="0"/>
                <a:ea typeface="arial"/>
                <a:cs typeface="Calibri" panose="020F0502020204030204" pitchFamily="34" charset="0"/>
                <a:sym typeface="arial"/>
              </a:rPr>
              <a:t>This project focused on predicting employee promotions using SQL, Python, and Power BI. </a:t>
            </a:r>
          </a:p>
          <a:p>
            <a:pPr marL="571500" marR="0" lvl="0" indent="-571500" rtl="0">
              <a:spcBef>
                <a:spcPts val="0"/>
              </a:spcBef>
              <a:spcAft>
                <a:spcPts val="0"/>
              </a:spcAft>
              <a:buFont typeface="Wingdings" panose="05000000000000000000" pitchFamily="2" charset="2"/>
              <a:buChar char="Ø"/>
            </a:pPr>
            <a:r>
              <a:rPr lang="en-US" sz="3600" b="0" i="0" dirty="0">
                <a:solidFill>
                  <a:srgbClr val="202124"/>
                </a:solidFill>
                <a:latin typeface="Calibri" panose="020F0502020204030204" pitchFamily="34" charset="0"/>
                <a:ea typeface="arial"/>
                <a:cs typeface="Calibri" panose="020F0502020204030204" pitchFamily="34" charset="0"/>
                <a:sym typeface="arial"/>
              </a:rPr>
              <a:t>SQL was used to organize data, including employee details like department, education, and performance metrics.</a:t>
            </a:r>
          </a:p>
          <a:p>
            <a:pPr marL="571500" marR="0" lvl="0" indent="-571500" rtl="0">
              <a:spcBef>
                <a:spcPts val="0"/>
              </a:spcBef>
              <a:spcAft>
                <a:spcPts val="0"/>
              </a:spcAft>
              <a:buFont typeface="Wingdings" panose="05000000000000000000" pitchFamily="2" charset="2"/>
              <a:buChar char="Ø"/>
            </a:pPr>
            <a:r>
              <a:rPr lang="en-US" sz="3600" b="0" i="0" dirty="0">
                <a:solidFill>
                  <a:srgbClr val="202124"/>
                </a:solidFill>
                <a:latin typeface="Calibri" panose="020F0502020204030204" pitchFamily="34" charset="0"/>
                <a:ea typeface="arial"/>
                <a:cs typeface="Calibri" panose="020F0502020204030204" pitchFamily="34" charset="0"/>
                <a:sym typeface="arial"/>
              </a:rPr>
              <a:t> Python's Exploratory Data Analysis (EDA) helped uncover patterns and clean the data. We then built a classification model to predict promotions based on features like KPIs_met &gt;80%, awards won, avg_training</a:t>
            </a:r>
            <a:r>
              <a:rPr lang="en-US" sz="3600" dirty="0">
                <a:solidFill>
                  <a:srgbClr val="202124"/>
                </a:solidFill>
                <a:latin typeface="Calibri" panose="020F0502020204030204" pitchFamily="34" charset="0"/>
                <a:ea typeface="arial"/>
                <a:cs typeface="Calibri" panose="020F0502020204030204" pitchFamily="34" charset="0"/>
                <a:sym typeface="arial"/>
              </a:rPr>
              <a:t>_score</a:t>
            </a:r>
            <a:r>
              <a:rPr lang="en-US" sz="3600" b="0" i="0" dirty="0">
                <a:solidFill>
                  <a:srgbClr val="202124"/>
                </a:solidFill>
                <a:latin typeface="Calibri" panose="020F0502020204030204" pitchFamily="34" charset="0"/>
                <a:ea typeface="arial"/>
                <a:cs typeface="Calibri" panose="020F0502020204030204" pitchFamily="34" charset="0"/>
                <a:sym typeface="arial"/>
              </a:rPr>
              <a:t>. </a:t>
            </a:r>
          </a:p>
          <a:p>
            <a:pPr marL="571500" marR="0" lvl="0" indent="-571500" rtl="0">
              <a:spcBef>
                <a:spcPts val="0"/>
              </a:spcBef>
              <a:spcAft>
                <a:spcPts val="0"/>
              </a:spcAft>
              <a:buFont typeface="Wingdings" panose="05000000000000000000" pitchFamily="2" charset="2"/>
              <a:buChar char="Ø"/>
            </a:pPr>
            <a:r>
              <a:rPr lang="en-US" sz="3600" dirty="0">
                <a:solidFill>
                  <a:srgbClr val="202124"/>
                </a:solidFill>
                <a:latin typeface="Calibri" panose="020F0502020204030204" pitchFamily="34" charset="0"/>
                <a:ea typeface="arial"/>
                <a:cs typeface="Calibri" panose="020F0502020204030204" pitchFamily="34" charset="0"/>
                <a:sym typeface="arial"/>
              </a:rPr>
              <a:t>In last</a:t>
            </a:r>
            <a:r>
              <a:rPr lang="en-US" sz="3600" b="0" i="0" dirty="0">
                <a:solidFill>
                  <a:srgbClr val="202124"/>
                </a:solidFill>
                <a:latin typeface="Calibri" panose="020F0502020204030204" pitchFamily="34" charset="0"/>
                <a:ea typeface="arial"/>
                <a:cs typeface="Calibri" panose="020F0502020204030204" pitchFamily="34" charset="0"/>
                <a:sym typeface="arial"/>
              </a:rPr>
              <a:t>, a Power BI dashboard presented our findings clearly. </a:t>
            </a:r>
          </a:p>
          <a:p>
            <a:pPr marL="571500" marR="0" lvl="0" indent="-571500" rtl="0">
              <a:spcBef>
                <a:spcPts val="0"/>
              </a:spcBef>
              <a:spcAft>
                <a:spcPts val="0"/>
              </a:spcAft>
              <a:buFont typeface="Wingdings" panose="05000000000000000000" pitchFamily="2" charset="2"/>
              <a:buChar char="Ø"/>
            </a:pPr>
            <a:r>
              <a:rPr lang="en-US" sz="3600" b="0" i="0" dirty="0">
                <a:solidFill>
                  <a:srgbClr val="202124"/>
                </a:solidFill>
                <a:latin typeface="Calibri" panose="020F0502020204030204" pitchFamily="34" charset="0"/>
                <a:ea typeface="arial"/>
                <a:cs typeface="Calibri" panose="020F0502020204030204" pitchFamily="34" charset="0"/>
                <a:sym typeface="arial"/>
              </a:rPr>
              <a:t>This structured approach provided actionable insights for HR department to make informed decisions regarding employee promotions.</a:t>
            </a:r>
            <a:endParaRPr lang="en-US" sz="3600" dirty="0">
              <a:solidFill>
                <a:schemeClr val="dk1"/>
              </a:solidFill>
              <a:latin typeface="Calibri" panose="020F0502020204030204" pitchFamily="34" charset="0"/>
              <a:ea typeface="Calibri"/>
              <a:cs typeface="Calibri" panose="020F0502020204030204" pitchFamily="34" charset="0"/>
              <a:sym typeface="Calibri"/>
            </a:endParaRPr>
          </a:p>
        </p:txBody>
      </p:sp>
      <p:sp>
        <p:nvSpPr>
          <p:cNvPr id="2" name="Rectangle 1">
            <a:extLst>
              <a:ext uri="{FF2B5EF4-FFF2-40B4-BE49-F238E27FC236}">
                <a16:creationId xmlns:a16="http://schemas.microsoft.com/office/drawing/2014/main" id="{F24B9304-7C2E-3EC3-1F31-85E4D9D513A2}"/>
              </a:ext>
            </a:extLst>
          </p:cNvPr>
          <p:cNvSpPr>
            <a:spLocks noChangeArrowheads="1"/>
          </p:cNvSpPr>
          <p:nvPr/>
        </p:nvSpPr>
        <p:spPr bwMode="auto">
          <a:xfrm>
            <a:off x="0" y="0"/>
            <a:ext cx="19010313" cy="457200"/>
          </a:xfrm>
          <a:prstGeom prst="rect">
            <a:avLst/>
          </a:prstGeom>
          <a:solidFill>
            <a:srgbClr val="11111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chemeClr val="tx1"/>
                </a:solidFill>
                <a:effectLst/>
                <a:latin typeface="var(--jp-code-font-family)"/>
              </a:rPr>
              <a:t>KPIs_met &gt;80% 0.221582 awards_won? 0.195871 avg_training_score</a:t>
            </a:r>
            <a:r>
              <a:rPr kumimoji="0" lang="en-US" altLang="en-US" sz="12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 name="Rectangle 2">
            <a:extLst>
              <a:ext uri="{FF2B5EF4-FFF2-40B4-BE49-F238E27FC236}">
                <a16:creationId xmlns:a16="http://schemas.microsoft.com/office/drawing/2014/main" id="{E6F03BB3-9CD0-60BF-FF26-70D3DBCBB672}"/>
              </a:ext>
            </a:extLst>
          </p:cNvPr>
          <p:cNvSpPr>
            <a:spLocks noChangeArrowheads="1"/>
          </p:cNvSpPr>
          <p:nvPr/>
        </p:nvSpPr>
        <p:spPr bwMode="auto">
          <a:xfrm>
            <a:off x="152400" y="152400"/>
            <a:ext cx="19010313" cy="457200"/>
          </a:xfrm>
          <a:prstGeom prst="rect">
            <a:avLst/>
          </a:prstGeom>
          <a:solidFill>
            <a:srgbClr val="11111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chemeClr val="tx1"/>
                </a:solidFill>
                <a:effectLst/>
                <a:latin typeface="var(--jp-code-font-family)"/>
              </a:rPr>
              <a:t>KPIs_met &gt;80% 0.221582 awards_won? 0.195871 avg_training_score</a:t>
            </a:r>
            <a:r>
              <a:rPr kumimoji="0" lang="en-US" altLang="en-US" sz="12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16"/>
          <p:cNvSpPr txBox="1">
            <a:spLocks noGrp="1"/>
          </p:cNvSpPr>
          <p:nvPr>
            <p:ph type="sldNum" idx="12"/>
          </p:nvPr>
        </p:nvSpPr>
        <p:spPr>
          <a:xfrm>
            <a:off x="13426034" y="9911198"/>
            <a:ext cx="4277320" cy="5693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3200">
                <a:solidFill>
                  <a:schemeClr val="lt1"/>
                </a:solidFill>
              </a:rPr>
              <a:t>4</a:t>
            </a:fld>
            <a:endParaRPr sz="3200">
              <a:solidFill>
                <a:schemeClr val="lt1"/>
              </a:solidFill>
            </a:endParaRPr>
          </a:p>
        </p:txBody>
      </p:sp>
      <p:grpSp>
        <p:nvGrpSpPr>
          <p:cNvPr id="151" name="Google Shape;151;p16"/>
          <p:cNvGrpSpPr/>
          <p:nvPr/>
        </p:nvGrpSpPr>
        <p:grpSpPr>
          <a:xfrm>
            <a:off x="-2" y="9568581"/>
            <a:ext cx="19010314" cy="1112119"/>
            <a:chOff x="-2" y="9568581"/>
            <a:chExt cx="19010314" cy="1112119"/>
          </a:xfrm>
        </p:grpSpPr>
        <p:grpSp>
          <p:nvGrpSpPr>
            <p:cNvPr id="152" name="Google Shape;152;p16"/>
            <p:cNvGrpSpPr/>
            <p:nvPr/>
          </p:nvGrpSpPr>
          <p:grpSpPr>
            <a:xfrm>
              <a:off x="-2" y="9568581"/>
              <a:ext cx="19010314" cy="1112119"/>
              <a:chOff x="-324645" y="2222500"/>
              <a:chExt cx="22261686" cy="1302327"/>
            </a:xfrm>
          </p:grpSpPr>
          <p:sp>
            <p:nvSpPr>
              <p:cNvPr id="153" name="Google Shape;153;p16"/>
              <p:cNvSpPr/>
              <p:nvPr/>
            </p:nvSpPr>
            <p:spPr>
              <a:xfrm>
                <a:off x="-324645" y="2222500"/>
                <a:ext cx="17644827" cy="1302327"/>
              </a:xfrm>
              <a:custGeom>
                <a:avLst/>
                <a:gdLst/>
                <a:ahLst/>
                <a:cxnLst/>
                <a:rect l="l" t="t" r="r" b="b"/>
                <a:pathLst>
                  <a:path w="1892300" h="440055" extrusionOk="0">
                    <a:moveTo>
                      <a:pt x="0" y="439737"/>
                    </a:moveTo>
                    <a:lnTo>
                      <a:pt x="1892300" y="439737"/>
                    </a:lnTo>
                    <a:lnTo>
                      <a:pt x="1892300" y="0"/>
                    </a:lnTo>
                    <a:lnTo>
                      <a:pt x="0" y="0"/>
                    </a:lnTo>
                    <a:lnTo>
                      <a:pt x="0" y="439737"/>
                    </a:lnTo>
                    <a:close/>
                  </a:path>
                </a:pathLst>
              </a:custGeom>
              <a:solidFill>
                <a:srgbClr val="FFF2C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54" name="Google Shape;154;p16"/>
              <p:cNvSpPr/>
              <p:nvPr/>
            </p:nvSpPr>
            <p:spPr>
              <a:xfrm>
                <a:off x="20621789" y="2222500"/>
                <a:ext cx="1315252" cy="1302327"/>
              </a:xfrm>
              <a:custGeom>
                <a:avLst/>
                <a:gdLst/>
                <a:ahLst/>
                <a:cxnLst/>
                <a:rect l="l" t="t" r="r" b="b"/>
                <a:pathLst>
                  <a:path w="1883409" h="440055" extrusionOk="0">
                    <a:moveTo>
                      <a:pt x="0" y="0"/>
                    </a:moveTo>
                    <a:lnTo>
                      <a:pt x="0" y="439737"/>
                    </a:lnTo>
                    <a:lnTo>
                      <a:pt x="1883155" y="439737"/>
                    </a:lnTo>
                    <a:lnTo>
                      <a:pt x="1883155" y="0"/>
                    </a:lnTo>
                    <a:lnTo>
                      <a:pt x="0" y="0"/>
                    </a:lnTo>
                    <a:close/>
                  </a:path>
                </a:pathLst>
              </a:custGeom>
              <a:solidFill>
                <a:srgbClr val="FF8200"/>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55" name="Google Shape;155;p16"/>
            <p:cNvSpPr/>
            <p:nvPr/>
          </p:nvSpPr>
          <p:spPr>
            <a:xfrm>
              <a:off x="15067756" y="9568581"/>
              <a:ext cx="2819400" cy="1112119"/>
            </a:xfrm>
            <a:custGeom>
              <a:avLst/>
              <a:gdLst/>
              <a:ahLst/>
              <a:cxnLst/>
              <a:rect l="l" t="t" r="r" b="b"/>
              <a:pathLst>
                <a:path w="1883409" h="440055" extrusionOk="0">
                  <a:moveTo>
                    <a:pt x="0" y="0"/>
                  </a:moveTo>
                  <a:lnTo>
                    <a:pt x="0" y="439737"/>
                  </a:lnTo>
                  <a:lnTo>
                    <a:pt x="1883155" y="439737"/>
                  </a:lnTo>
                  <a:lnTo>
                    <a:pt x="1883155" y="0"/>
                  </a:lnTo>
                  <a:lnTo>
                    <a:pt x="0" y="0"/>
                  </a:lnTo>
                  <a:close/>
                </a:path>
              </a:pathLst>
            </a:custGeom>
            <a:solidFill>
              <a:srgbClr val="FEE599"/>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56" name="Google Shape;156;p16"/>
          <p:cNvSpPr txBox="1"/>
          <p:nvPr/>
        </p:nvSpPr>
        <p:spPr>
          <a:xfrm>
            <a:off x="665956" y="9771598"/>
            <a:ext cx="11277600" cy="707886"/>
          </a:xfrm>
          <a:prstGeom prst="rect">
            <a:avLst/>
          </a:prstGeom>
          <a:noFill/>
          <a:ln>
            <a:noFill/>
          </a:ln>
        </p:spPr>
        <p:txBody>
          <a:bodyPr spcFirstLastPara="1" wrap="square" lIns="91425" tIns="45700" rIns="91425" bIns="45700" anchor="t" anchorCtr="0">
            <a:spAutoFit/>
          </a:bodyPr>
          <a:lstStyle/>
          <a:p>
            <a:pPr marL="457200" marR="0" lvl="1" indent="0" rtl="0">
              <a:spcBef>
                <a:spcPts val="0"/>
              </a:spcBef>
              <a:spcAft>
                <a:spcPts val="0"/>
              </a:spcAft>
              <a:buNone/>
            </a:pPr>
            <a:r>
              <a:rPr lang="en-US" sz="4000" b="0" i="0" u="none" strike="noStrike" cap="none" dirty="0">
                <a:solidFill>
                  <a:schemeClr val="tx1"/>
                </a:solidFill>
                <a:latin typeface="Calibri"/>
                <a:ea typeface="Calibri"/>
                <a:cs typeface="Calibri"/>
                <a:sym typeface="Calibri"/>
              </a:rPr>
              <a:t>HR Data analysis </a:t>
            </a:r>
          </a:p>
        </p:txBody>
      </p:sp>
      <p:sp>
        <p:nvSpPr>
          <p:cNvPr id="158" name="Google Shape;158;p16"/>
          <p:cNvSpPr txBox="1"/>
          <p:nvPr/>
        </p:nvSpPr>
        <p:spPr>
          <a:xfrm>
            <a:off x="18115756" y="9911199"/>
            <a:ext cx="575041" cy="38850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3200">
                <a:solidFill>
                  <a:schemeClr val="lt1"/>
                </a:solidFill>
                <a:latin typeface="Calibri"/>
                <a:ea typeface="Calibri"/>
                <a:cs typeface="Calibri"/>
                <a:sym typeface="Calibri"/>
              </a:rPr>
              <a:t>4</a:t>
            </a:fld>
            <a:endParaRPr sz="1870">
              <a:solidFill>
                <a:schemeClr val="lt1"/>
              </a:solidFill>
              <a:latin typeface="Calibri"/>
              <a:ea typeface="Calibri"/>
              <a:cs typeface="Calibri"/>
              <a:sym typeface="Calibri"/>
            </a:endParaRPr>
          </a:p>
        </p:txBody>
      </p:sp>
      <p:grpSp>
        <p:nvGrpSpPr>
          <p:cNvPr id="159" name="Google Shape;159;p16"/>
          <p:cNvGrpSpPr/>
          <p:nvPr/>
        </p:nvGrpSpPr>
        <p:grpSpPr>
          <a:xfrm>
            <a:off x="-26281" y="774700"/>
            <a:ext cx="15071695" cy="827992"/>
            <a:chOff x="-16184" y="8640158"/>
            <a:chExt cx="4045716" cy="439420"/>
          </a:xfrm>
        </p:grpSpPr>
        <p:sp>
          <p:nvSpPr>
            <p:cNvPr id="160" name="Google Shape;160;p16"/>
            <p:cNvSpPr/>
            <p:nvPr/>
          </p:nvSpPr>
          <p:spPr>
            <a:xfrm>
              <a:off x="-16184" y="8640158"/>
              <a:ext cx="3923363" cy="439420"/>
            </a:xfrm>
            <a:custGeom>
              <a:avLst/>
              <a:gdLst/>
              <a:ahLst/>
              <a:cxnLst/>
              <a:rect l="l" t="t" r="r" b="b"/>
              <a:pathLst>
                <a:path w="3844925" h="439420" extrusionOk="0">
                  <a:moveTo>
                    <a:pt x="0" y="439204"/>
                  </a:moveTo>
                  <a:lnTo>
                    <a:pt x="3844798" y="439204"/>
                  </a:lnTo>
                  <a:lnTo>
                    <a:pt x="3844798" y="0"/>
                  </a:lnTo>
                  <a:lnTo>
                    <a:pt x="0" y="0"/>
                  </a:lnTo>
                  <a:lnTo>
                    <a:pt x="0" y="439204"/>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457200" marR="0" lvl="1" indent="0" algn="ctr" rtl="0">
                <a:spcBef>
                  <a:spcPts val="0"/>
                </a:spcBef>
                <a:spcAft>
                  <a:spcPts val="0"/>
                </a:spcAft>
                <a:buNone/>
              </a:pPr>
              <a:r>
                <a:rPr lang="en-US" sz="5400" b="0" i="0" u="none" strike="noStrike" cap="none" dirty="0">
                  <a:solidFill>
                    <a:schemeClr val="lt1"/>
                  </a:solidFill>
                  <a:latin typeface="Calibri"/>
                  <a:ea typeface="Calibri"/>
                  <a:cs typeface="Calibri"/>
                  <a:sym typeface="Calibri"/>
                </a:rPr>
                <a:t>SQL Objective on data</a:t>
              </a:r>
              <a:endParaRPr sz="2000" b="0" i="0" u="none" strike="noStrike" cap="none" dirty="0">
                <a:solidFill>
                  <a:schemeClr val="lt1"/>
                </a:solidFill>
                <a:latin typeface="Calibri"/>
                <a:ea typeface="Calibri"/>
                <a:cs typeface="Calibri"/>
                <a:sym typeface="Calibri"/>
              </a:endParaRPr>
            </a:p>
          </p:txBody>
        </p:sp>
        <p:sp>
          <p:nvSpPr>
            <p:cNvPr id="161" name="Google Shape;161;p16"/>
            <p:cNvSpPr/>
            <p:nvPr/>
          </p:nvSpPr>
          <p:spPr>
            <a:xfrm>
              <a:off x="3800173" y="8640158"/>
              <a:ext cx="229359" cy="439420"/>
            </a:xfrm>
            <a:custGeom>
              <a:avLst/>
              <a:gdLst/>
              <a:ahLst/>
              <a:cxnLst/>
              <a:rect l="l" t="t" r="r" b="b"/>
              <a:pathLst>
                <a:path w="439420" h="439420" extrusionOk="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62" name="Google Shape;162;p16"/>
          <p:cNvSpPr txBox="1"/>
          <p:nvPr/>
        </p:nvSpPr>
        <p:spPr>
          <a:xfrm>
            <a:off x="484900" y="2350363"/>
            <a:ext cx="17402256" cy="5632271"/>
          </a:xfrm>
          <a:prstGeom prst="rect">
            <a:avLst/>
          </a:prstGeom>
          <a:noFill/>
          <a:ln>
            <a:noFill/>
          </a:ln>
        </p:spPr>
        <p:txBody>
          <a:bodyPr spcFirstLastPara="1" wrap="square" lIns="91425" tIns="45700" rIns="91425" bIns="45700" anchor="t" anchorCtr="0">
            <a:spAutoFit/>
          </a:bodyPr>
          <a:lstStyle/>
          <a:p>
            <a:pPr marL="800100" marR="0" lvl="0" indent="-571500" rtl="0">
              <a:spcBef>
                <a:spcPts val="0"/>
              </a:spcBef>
              <a:spcAft>
                <a:spcPts val="0"/>
              </a:spcAft>
              <a:buClr>
                <a:schemeClr val="dk1"/>
              </a:buClr>
              <a:buSzPts val="3600"/>
              <a:buFont typeface="Wingdings" panose="05000000000000000000" pitchFamily="2" charset="2"/>
              <a:buChar char="Ø"/>
            </a:pPr>
            <a:r>
              <a:rPr lang="en-US" sz="3600" dirty="0">
                <a:solidFill>
                  <a:schemeClr val="dk1"/>
                </a:solidFill>
                <a:latin typeface="Calibri"/>
                <a:ea typeface="Calibri"/>
                <a:cs typeface="Calibri"/>
                <a:sym typeface="Calibri"/>
              </a:rPr>
              <a:t>Using SQL, created the database named “last_project”, utilized it in performing various queries on the table created ‘Himanshu’. </a:t>
            </a:r>
          </a:p>
          <a:p>
            <a:pPr marL="800100" marR="0" lvl="0" indent="-571500" rtl="0">
              <a:spcBef>
                <a:spcPts val="0"/>
              </a:spcBef>
              <a:spcAft>
                <a:spcPts val="0"/>
              </a:spcAft>
              <a:buClr>
                <a:schemeClr val="dk1"/>
              </a:buClr>
              <a:buSzPts val="3600"/>
              <a:buFont typeface="Wingdings" panose="05000000000000000000" pitchFamily="2" charset="2"/>
              <a:buChar char="Ø"/>
            </a:pPr>
            <a:r>
              <a:rPr lang="en-US" sz="3600" dirty="0">
                <a:solidFill>
                  <a:schemeClr val="dk1"/>
                </a:solidFill>
                <a:latin typeface="Calibri"/>
                <a:ea typeface="Calibri"/>
                <a:cs typeface="Calibri"/>
                <a:sym typeface="Calibri"/>
              </a:rPr>
              <a:t>SQL helped in performing operations such as count of employees w.r.t. region, department and determining highest previous year ratings by department. </a:t>
            </a:r>
          </a:p>
          <a:p>
            <a:pPr marL="800100" marR="0" lvl="0" indent="-571500" rtl="0">
              <a:spcBef>
                <a:spcPts val="0"/>
              </a:spcBef>
              <a:spcAft>
                <a:spcPts val="0"/>
              </a:spcAft>
              <a:buClr>
                <a:schemeClr val="dk1"/>
              </a:buClr>
              <a:buSzPts val="3600"/>
              <a:buFont typeface="Wingdings" panose="05000000000000000000" pitchFamily="2" charset="2"/>
              <a:buChar char="Ø"/>
            </a:pPr>
            <a:r>
              <a:rPr lang="en-US" sz="3600" dirty="0">
                <a:solidFill>
                  <a:schemeClr val="dk1"/>
                </a:solidFill>
                <a:latin typeface="Calibri"/>
                <a:ea typeface="Calibri"/>
                <a:cs typeface="Calibri"/>
                <a:sym typeface="Calibri"/>
              </a:rPr>
              <a:t>It also lists employees who met specific performance criteria and identifies below-average training scores by department. Using CTEs for departmental statistics, and ranks employees by training scores within departments. </a:t>
            </a:r>
          </a:p>
          <a:p>
            <a:pPr marL="800100" marR="0" lvl="0" indent="-571500" rtl="0">
              <a:spcBef>
                <a:spcPts val="0"/>
              </a:spcBef>
              <a:spcAft>
                <a:spcPts val="0"/>
              </a:spcAft>
              <a:buClr>
                <a:schemeClr val="dk1"/>
              </a:buClr>
              <a:buSzPts val="3600"/>
              <a:buFont typeface="Wingdings" panose="05000000000000000000" pitchFamily="2" charset="2"/>
              <a:buChar char="Ø"/>
            </a:pPr>
            <a:r>
              <a:rPr lang="en-US" sz="3600" dirty="0">
                <a:solidFill>
                  <a:schemeClr val="dk1"/>
                </a:solidFill>
                <a:latin typeface="Calibri"/>
                <a:ea typeface="Calibri"/>
                <a:cs typeface="Calibri"/>
                <a:sym typeface="Calibri"/>
              </a:rPr>
              <a:t>The queries provide a comprehensive analysis of employee data for insightful decision-making.</a:t>
            </a:r>
          </a:p>
          <a:p>
            <a:pPr marL="800100" marR="0" lvl="0" indent="-571500" rtl="0">
              <a:spcBef>
                <a:spcPts val="0"/>
              </a:spcBef>
              <a:spcAft>
                <a:spcPts val="0"/>
              </a:spcAft>
              <a:buClr>
                <a:schemeClr val="dk1"/>
              </a:buClr>
              <a:buSzPts val="3600"/>
              <a:buFont typeface="Wingdings" panose="05000000000000000000" pitchFamily="2" charset="2"/>
              <a:buChar char="Ø"/>
            </a:pPr>
            <a:r>
              <a:rPr lang="en-US" sz="3600" dirty="0">
                <a:solidFill>
                  <a:schemeClr val="dk1"/>
                </a:solidFill>
                <a:latin typeface="Calibri"/>
                <a:ea typeface="Calibri"/>
                <a:cs typeface="Calibri"/>
                <a:sym typeface="Calibri"/>
              </a:rPr>
              <a:t>Software used : MS SQL and MYSQL </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3C0EA700-FF99-577E-8CE0-6A232202B6A4}"/>
              </a:ext>
            </a:extLst>
          </p:cNvPr>
          <p:cNvSpPr>
            <a:spLocks noGrp="1"/>
          </p:cNvSpPr>
          <p:nvPr>
            <p:ph type="title"/>
          </p:nvPr>
        </p:nvSpPr>
        <p:spPr>
          <a:xfrm>
            <a:off x="1309435" y="569326"/>
            <a:ext cx="16396395" cy="2066896"/>
          </a:xfrm>
        </p:spPr>
        <p:txBody>
          <a:bodyPr/>
          <a:lstStyle/>
          <a:p>
            <a:r>
              <a:rPr lang="en-IN" dirty="0"/>
              <a:t>   </a:t>
            </a:r>
          </a:p>
        </p:txBody>
      </p:sp>
      <p:sp>
        <p:nvSpPr>
          <p:cNvPr id="15" name="Text Placeholder 14">
            <a:extLst>
              <a:ext uri="{FF2B5EF4-FFF2-40B4-BE49-F238E27FC236}">
                <a16:creationId xmlns:a16="http://schemas.microsoft.com/office/drawing/2014/main" id="{BAE364F5-8CEB-FFA4-2665-2540348DAF13}"/>
              </a:ext>
            </a:extLst>
          </p:cNvPr>
          <p:cNvSpPr>
            <a:spLocks noGrp="1"/>
          </p:cNvSpPr>
          <p:nvPr>
            <p:ph type="body" idx="1"/>
          </p:nvPr>
        </p:nvSpPr>
        <p:spPr>
          <a:xfrm>
            <a:off x="662152" y="1548059"/>
            <a:ext cx="15355614" cy="827992"/>
          </a:xfrm>
        </p:spPr>
        <p:txBody>
          <a:bodyPr/>
          <a:lstStyle/>
          <a:p>
            <a:pPr algn="ctr"/>
            <a:r>
              <a:rPr lang="en-GB" dirty="0"/>
              <a:t>Objective 1 :- Display the region wise no of employees.</a:t>
            </a:r>
            <a:endParaRPr lang="en-IN" dirty="0"/>
          </a:p>
        </p:txBody>
      </p:sp>
      <p:sp>
        <p:nvSpPr>
          <p:cNvPr id="16" name="Text Placeholder 15">
            <a:extLst>
              <a:ext uri="{FF2B5EF4-FFF2-40B4-BE49-F238E27FC236}">
                <a16:creationId xmlns:a16="http://schemas.microsoft.com/office/drawing/2014/main" id="{3D9661DF-CFA0-D460-D690-EF9AC251D379}"/>
              </a:ext>
            </a:extLst>
          </p:cNvPr>
          <p:cNvSpPr>
            <a:spLocks noGrp="1"/>
          </p:cNvSpPr>
          <p:nvPr>
            <p:ph type="body" idx="2"/>
          </p:nvPr>
        </p:nvSpPr>
        <p:spPr>
          <a:xfrm>
            <a:off x="662150" y="2711851"/>
            <a:ext cx="15355615" cy="1284692"/>
          </a:xfrm>
        </p:spPr>
        <p:txBody>
          <a:bodyPr>
            <a:normAutofit fontScale="55000" lnSpcReduction="20000"/>
          </a:bodyPr>
          <a:lstStyle/>
          <a:p>
            <a:r>
              <a:rPr lang="en-IN" b="1" dirty="0"/>
              <a:t>Functions Used  </a:t>
            </a:r>
            <a:r>
              <a:rPr lang="en-IN" dirty="0"/>
              <a:t>: Count, AS , Group BY </a:t>
            </a:r>
          </a:p>
          <a:p>
            <a:pPr algn="ctr"/>
            <a:r>
              <a:rPr lang="en-IN" b="1" dirty="0"/>
              <a:t> Overview </a:t>
            </a:r>
            <a:r>
              <a:rPr lang="en-IN" dirty="0"/>
              <a:t>: </a:t>
            </a:r>
            <a:r>
              <a:rPr lang="en-GB" dirty="0"/>
              <a:t>The query provides a summary of the customer distribution across different regions, allowing for an analysis of customer concentration in various geographic areas. </a:t>
            </a:r>
            <a:endParaRPr lang="en-IN" dirty="0"/>
          </a:p>
          <a:p>
            <a:endParaRPr lang="en-IN" dirty="0"/>
          </a:p>
        </p:txBody>
      </p:sp>
      <p:sp>
        <p:nvSpPr>
          <p:cNvPr id="18" name="Text Placeholder 17">
            <a:extLst>
              <a:ext uri="{FF2B5EF4-FFF2-40B4-BE49-F238E27FC236}">
                <a16:creationId xmlns:a16="http://schemas.microsoft.com/office/drawing/2014/main" id="{6765BE23-D49B-2B7B-C92C-A1EBFDEC8644}"/>
              </a:ext>
            </a:extLst>
          </p:cNvPr>
          <p:cNvSpPr>
            <a:spLocks noGrp="1"/>
          </p:cNvSpPr>
          <p:nvPr>
            <p:ph type="body" idx="4"/>
          </p:nvPr>
        </p:nvSpPr>
        <p:spPr>
          <a:xfrm>
            <a:off x="662150" y="4067151"/>
            <a:ext cx="17544207" cy="2312026"/>
          </a:xfrm>
        </p:spPr>
        <p:txBody>
          <a:bodyPr/>
          <a:lstStyle/>
          <a:p>
            <a:pPr marL="114300" indent="0">
              <a:buNone/>
            </a:pPr>
            <a:r>
              <a:rPr lang="en-IN" sz="2800" b="1" dirty="0">
                <a:solidFill>
                  <a:schemeClr val="tx1"/>
                </a:solidFill>
                <a:latin typeface="Consolas" panose="020B0609020204030204" pitchFamily="49" charset="0"/>
              </a:rPr>
              <a:t>Code</a:t>
            </a:r>
            <a:r>
              <a:rPr lang="en-IN" dirty="0"/>
              <a:t> </a:t>
            </a:r>
          </a:p>
          <a:p>
            <a:pPr>
              <a:buFont typeface="Wingdings" panose="05000000000000000000" pitchFamily="2" charset="2"/>
              <a:buChar char="n"/>
            </a:pPr>
            <a:r>
              <a:rPr lang="en-GB" sz="2800" dirty="0">
                <a:solidFill>
                  <a:srgbClr val="0000FF"/>
                </a:solidFill>
                <a:latin typeface="Consolas" panose="020B0609020204030204" pitchFamily="49" charset="0"/>
              </a:rPr>
              <a:t>select</a:t>
            </a:r>
            <a:r>
              <a:rPr lang="en-GB" sz="2800" dirty="0">
                <a:solidFill>
                  <a:srgbClr val="000000"/>
                </a:solidFill>
                <a:latin typeface="Consolas" panose="020B0609020204030204" pitchFamily="49" charset="0"/>
              </a:rPr>
              <a:t> </a:t>
            </a:r>
            <a:r>
              <a:rPr lang="en-GB" sz="2800" dirty="0">
                <a:solidFill>
                  <a:srgbClr val="FF00FF"/>
                </a:solidFill>
                <a:latin typeface="Consolas" panose="020B0609020204030204" pitchFamily="49" charset="0"/>
              </a:rPr>
              <a:t>count</a:t>
            </a:r>
            <a:r>
              <a:rPr lang="en-GB" sz="2800" dirty="0">
                <a:solidFill>
                  <a:srgbClr val="808080"/>
                </a:solidFill>
                <a:latin typeface="Consolas" panose="020B0609020204030204" pitchFamily="49" charset="0"/>
              </a:rPr>
              <a:t>(*)</a:t>
            </a:r>
            <a:r>
              <a:rPr lang="en-GB" sz="2800" dirty="0">
                <a:solidFill>
                  <a:srgbClr val="000000"/>
                </a:solidFill>
                <a:latin typeface="Consolas" panose="020B0609020204030204" pitchFamily="49" charset="0"/>
              </a:rPr>
              <a:t> </a:t>
            </a:r>
            <a:r>
              <a:rPr lang="en-GB" sz="2800" dirty="0">
                <a:solidFill>
                  <a:srgbClr val="0000FF"/>
                </a:solidFill>
                <a:latin typeface="Consolas" panose="020B0609020204030204" pitchFamily="49" charset="0"/>
              </a:rPr>
              <a:t>as</a:t>
            </a:r>
            <a:r>
              <a:rPr lang="en-GB" sz="2800" dirty="0">
                <a:solidFill>
                  <a:srgbClr val="000000"/>
                </a:solidFill>
                <a:latin typeface="Consolas" panose="020B0609020204030204" pitchFamily="49" charset="0"/>
              </a:rPr>
              <a:t> </a:t>
            </a:r>
            <a:r>
              <a:rPr lang="en-GB" sz="2800" dirty="0" err="1">
                <a:solidFill>
                  <a:srgbClr val="000000"/>
                </a:solidFill>
                <a:latin typeface="Consolas" panose="020B0609020204030204" pitchFamily="49" charset="0"/>
              </a:rPr>
              <a:t>No_of_customer</a:t>
            </a:r>
            <a:r>
              <a:rPr lang="en-GB" sz="2800" dirty="0">
                <a:solidFill>
                  <a:srgbClr val="808080"/>
                </a:solidFill>
                <a:latin typeface="Consolas" panose="020B0609020204030204" pitchFamily="49" charset="0"/>
              </a:rPr>
              <a:t>,</a:t>
            </a:r>
            <a:r>
              <a:rPr lang="en-GB" sz="2800" dirty="0">
                <a:solidFill>
                  <a:srgbClr val="000000"/>
                </a:solidFill>
                <a:latin typeface="Consolas" panose="020B0609020204030204" pitchFamily="49" charset="0"/>
              </a:rPr>
              <a:t> region </a:t>
            </a:r>
            <a:r>
              <a:rPr lang="en-GB" sz="2800" dirty="0">
                <a:solidFill>
                  <a:srgbClr val="0000FF"/>
                </a:solidFill>
                <a:latin typeface="Consolas" panose="020B0609020204030204" pitchFamily="49" charset="0"/>
              </a:rPr>
              <a:t>from</a:t>
            </a:r>
            <a:r>
              <a:rPr lang="en-GB" sz="2800" dirty="0">
                <a:solidFill>
                  <a:srgbClr val="000000"/>
                </a:solidFill>
                <a:latin typeface="Consolas" panose="020B0609020204030204" pitchFamily="49" charset="0"/>
              </a:rPr>
              <a:t> Himanshu </a:t>
            </a:r>
            <a:r>
              <a:rPr lang="en-IN" sz="2800" dirty="0">
                <a:solidFill>
                  <a:srgbClr val="0000FF"/>
                </a:solidFill>
                <a:latin typeface="Consolas" panose="020B0609020204030204" pitchFamily="49" charset="0"/>
              </a:rPr>
              <a:t>group</a:t>
            </a:r>
            <a:r>
              <a:rPr lang="en-IN" sz="2800" dirty="0">
                <a:solidFill>
                  <a:srgbClr val="000000"/>
                </a:solidFill>
                <a:latin typeface="Consolas" panose="020B0609020204030204" pitchFamily="49" charset="0"/>
              </a:rPr>
              <a:t> </a:t>
            </a:r>
            <a:r>
              <a:rPr lang="en-IN" sz="2800" dirty="0">
                <a:solidFill>
                  <a:srgbClr val="0000FF"/>
                </a:solidFill>
                <a:latin typeface="Consolas" panose="020B0609020204030204" pitchFamily="49" charset="0"/>
              </a:rPr>
              <a:t>by</a:t>
            </a:r>
            <a:r>
              <a:rPr lang="en-IN" sz="2800" dirty="0">
                <a:solidFill>
                  <a:srgbClr val="000000"/>
                </a:solidFill>
                <a:latin typeface="Consolas" panose="020B0609020204030204" pitchFamily="49" charset="0"/>
              </a:rPr>
              <a:t> region</a:t>
            </a:r>
            <a:r>
              <a:rPr lang="en-IN" sz="2800" dirty="0">
                <a:solidFill>
                  <a:srgbClr val="808080"/>
                </a:solidFill>
                <a:latin typeface="Consolas" panose="020B0609020204030204" pitchFamily="49" charset="0"/>
              </a:rPr>
              <a:t>; --</a:t>
            </a:r>
          </a:p>
          <a:p>
            <a:pPr marL="114300" indent="0">
              <a:buNone/>
            </a:pPr>
            <a:r>
              <a:rPr lang="en-IN" sz="2800" b="1" dirty="0">
                <a:solidFill>
                  <a:schemeClr val="tx1"/>
                </a:solidFill>
                <a:latin typeface="Consolas" panose="020B0609020204030204" pitchFamily="49" charset="0"/>
              </a:rPr>
              <a:t>Result :</a:t>
            </a:r>
            <a:endParaRPr lang="en-IN" sz="2800" b="1" dirty="0">
              <a:solidFill>
                <a:schemeClr val="tx1"/>
              </a:solidFill>
            </a:endParaRPr>
          </a:p>
        </p:txBody>
      </p:sp>
      <p:sp>
        <p:nvSpPr>
          <p:cNvPr id="4" name="Slide Number Placeholder 3">
            <a:extLst>
              <a:ext uri="{FF2B5EF4-FFF2-40B4-BE49-F238E27FC236}">
                <a16:creationId xmlns:a16="http://schemas.microsoft.com/office/drawing/2014/main" id="{061E45D0-8E44-4280-040C-D4A9D0AA67D7}"/>
              </a:ext>
            </a:extLst>
          </p:cNvPr>
          <p:cNvSpPr>
            <a:spLocks noGrp="1"/>
          </p:cNvSpPr>
          <p:nvPr>
            <p:ph type="sldNum" idx="12"/>
          </p:nvPr>
        </p:nvSpPr>
        <p:spPr>
          <a:xfrm>
            <a:off x="13426034" y="9911198"/>
            <a:ext cx="4277320" cy="569325"/>
          </a:xfrm>
        </p:spPr>
        <p:txBody>
          <a:bodyPr/>
          <a:lstStyle/>
          <a:p>
            <a:pPr lvl="0"/>
            <a:fld id="{00000000-1234-1234-1234-123412341234}" type="slidenum">
              <a:rPr lang="en-US" smtClean="0"/>
              <a:pPr lvl="0"/>
              <a:t>5</a:t>
            </a:fld>
            <a:endParaRPr lang="en-US"/>
          </a:p>
        </p:txBody>
      </p:sp>
      <p:grpSp>
        <p:nvGrpSpPr>
          <p:cNvPr id="9" name="Google Shape;142;p15">
            <a:extLst>
              <a:ext uri="{FF2B5EF4-FFF2-40B4-BE49-F238E27FC236}">
                <a16:creationId xmlns:a16="http://schemas.microsoft.com/office/drawing/2014/main" id="{57C3D0E5-638F-3328-3D3B-B6AF308E0194}"/>
              </a:ext>
            </a:extLst>
          </p:cNvPr>
          <p:cNvGrpSpPr/>
          <p:nvPr/>
        </p:nvGrpSpPr>
        <p:grpSpPr>
          <a:xfrm>
            <a:off x="234976" y="377997"/>
            <a:ext cx="15071695" cy="827992"/>
            <a:chOff x="-16184" y="8640158"/>
            <a:chExt cx="4045716" cy="439420"/>
          </a:xfrm>
        </p:grpSpPr>
        <p:sp>
          <p:nvSpPr>
            <p:cNvPr id="10" name="Google Shape;143;p15">
              <a:extLst>
                <a:ext uri="{FF2B5EF4-FFF2-40B4-BE49-F238E27FC236}">
                  <a16:creationId xmlns:a16="http://schemas.microsoft.com/office/drawing/2014/main" id="{4176DF82-FD19-14C1-795C-BE57970BF0AD}"/>
                </a:ext>
              </a:extLst>
            </p:cNvPr>
            <p:cNvSpPr/>
            <p:nvPr/>
          </p:nvSpPr>
          <p:spPr>
            <a:xfrm>
              <a:off x="-16184" y="8640158"/>
              <a:ext cx="3923363" cy="439420"/>
            </a:xfrm>
            <a:custGeom>
              <a:avLst/>
              <a:gdLst/>
              <a:ahLst/>
              <a:cxnLst/>
              <a:rect l="l" t="t" r="r" b="b"/>
              <a:pathLst>
                <a:path w="3844925" h="439420" extrusionOk="0">
                  <a:moveTo>
                    <a:pt x="0" y="439204"/>
                  </a:moveTo>
                  <a:lnTo>
                    <a:pt x="3844798" y="439204"/>
                  </a:lnTo>
                  <a:lnTo>
                    <a:pt x="3844798" y="0"/>
                  </a:lnTo>
                  <a:lnTo>
                    <a:pt x="0" y="0"/>
                  </a:lnTo>
                  <a:lnTo>
                    <a:pt x="0" y="439204"/>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457200" marR="0" lvl="1" indent="0" algn="ctr" rtl="0">
                <a:spcBef>
                  <a:spcPts val="0"/>
                </a:spcBef>
                <a:spcAft>
                  <a:spcPts val="0"/>
                </a:spcAft>
                <a:buNone/>
              </a:pPr>
              <a:r>
                <a:rPr lang="en-IN" sz="4800" b="0" i="0" u="none" strike="noStrike" cap="none" dirty="0">
                  <a:solidFill>
                    <a:schemeClr val="lt1"/>
                  </a:solidFill>
                  <a:latin typeface="Calibri"/>
                  <a:ea typeface="Calibri"/>
                  <a:cs typeface="Calibri"/>
                  <a:sym typeface="Calibri"/>
                </a:rPr>
                <a:t>Objectives</a:t>
              </a:r>
              <a:endParaRPr sz="4800" b="0" i="0" u="none" strike="noStrike" cap="none" dirty="0">
                <a:solidFill>
                  <a:schemeClr val="lt1"/>
                </a:solidFill>
                <a:latin typeface="Calibri"/>
                <a:ea typeface="Calibri"/>
                <a:cs typeface="Calibri"/>
                <a:sym typeface="Calibri"/>
              </a:endParaRPr>
            </a:p>
          </p:txBody>
        </p:sp>
        <p:sp>
          <p:nvSpPr>
            <p:cNvPr id="11" name="Google Shape;144;p15">
              <a:extLst>
                <a:ext uri="{FF2B5EF4-FFF2-40B4-BE49-F238E27FC236}">
                  <a16:creationId xmlns:a16="http://schemas.microsoft.com/office/drawing/2014/main" id="{7CFEBBCD-DFBB-645D-5087-A852A1987587}"/>
                </a:ext>
              </a:extLst>
            </p:cNvPr>
            <p:cNvSpPr/>
            <p:nvPr/>
          </p:nvSpPr>
          <p:spPr>
            <a:xfrm>
              <a:off x="3800173" y="8640158"/>
              <a:ext cx="229359" cy="439420"/>
            </a:xfrm>
            <a:custGeom>
              <a:avLst/>
              <a:gdLst/>
              <a:ahLst/>
              <a:cxnLst/>
              <a:rect l="l" t="t" r="r" b="b"/>
              <a:pathLst>
                <a:path w="439420" h="439420" extrusionOk="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pic>
        <p:nvPicPr>
          <p:cNvPr id="25" name="Picture 24">
            <a:extLst>
              <a:ext uri="{FF2B5EF4-FFF2-40B4-BE49-F238E27FC236}">
                <a16:creationId xmlns:a16="http://schemas.microsoft.com/office/drawing/2014/main" id="{CA4074FC-D448-29FC-3609-B875D47413DA}"/>
              </a:ext>
            </a:extLst>
          </p:cNvPr>
          <p:cNvPicPr>
            <a:picLocks noChangeAspect="1"/>
          </p:cNvPicPr>
          <p:nvPr/>
        </p:nvPicPr>
        <p:blipFill>
          <a:blip r:embed="rId2"/>
          <a:stretch>
            <a:fillRect/>
          </a:stretch>
        </p:blipFill>
        <p:spPr>
          <a:xfrm>
            <a:off x="6617066" y="6449786"/>
            <a:ext cx="3445781" cy="3865617"/>
          </a:xfrm>
          <a:prstGeom prst="rect">
            <a:avLst/>
          </a:prstGeom>
          <a:ln w="228600" cap="sq" cmpd="thickThin">
            <a:solidFill>
              <a:srgbClr val="000000"/>
            </a:solidFill>
            <a:prstDash val="solid"/>
            <a:miter lim="800000"/>
          </a:ln>
          <a:effectLst>
            <a:innerShdw blurRad="76200">
              <a:srgbClr val="000000"/>
            </a:innerShdw>
          </a:effectLst>
        </p:spPr>
        <p:style>
          <a:lnRef idx="0">
            <a:scrgbClr r="0" g="0" b="0"/>
          </a:lnRef>
          <a:fillRef idx="0">
            <a:scrgbClr r="0" g="0" b="0"/>
          </a:fillRef>
          <a:effectRef idx="0">
            <a:scrgbClr r="0" g="0" b="0"/>
          </a:effectRef>
          <a:fontRef idx="minor">
            <a:schemeClr val="lt1"/>
          </a:fontRef>
        </p:style>
      </p:pic>
    </p:spTree>
    <p:extLst>
      <p:ext uri="{BB962C8B-B14F-4D97-AF65-F5344CB8AC3E}">
        <p14:creationId xmlns:p14="http://schemas.microsoft.com/office/powerpoint/2010/main" val="16424905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3C0EA700-FF99-577E-8CE0-6A232202B6A4}"/>
              </a:ext>
            </a:extLst>
          </p:cNvPr>
          <p:cNvSpPr>
            <a:spLocks noGrp="1"/>
          </p:cNvSpPr>
          <p:nvPr>
            <p:ph type="title"/>
          </p:nvPr>
        </p:nvSpPr>
        <p:spPr>
          <a:xfrm>
            <a:off x="1309435" y="569326"/>
            <a:ext cx="16396395" cy="2066896"/>
          </a:xfrm>
        </p:spPr>
        <p:txBody>
          <a:bodyPr/>
          <a:lstStyle/>
          <a:p>
            <a:r>
              <a:rPr lang="en-IN" dirty="0"/>
              <a:t>   </a:t>
            </a:r>
          </a:p>
        </p:txBody>
      </p:sp>
      <p:sp>
        <p:nvSpPr>
          <p:cNvPr id="15" name="Text Placeholder 14">
            <a:extLst>
              <a:ext uri="{FF2B5EF4-FFF2-40B4-BE49-F238E27FC236}">
                <a16:creationId xmlns:a16="http://schemas.microsoft.com/office/drawing/2014/main" id="{BAE364F5-8CEB-FFA4-2665-2540348DAF13}"/>
              </a:ext>
            </a:extLst>
          </p:cNvPr>
          <p:cNvSpPr>
            <a:spLocks noGrp="1"/>
          </p:cNvSpPr>
          <p:nvPr>
            <p:ph type="body" idx="1"/>
          </p:nvPr>
        </p:nvSpPr>
        <p:spPr>
          <a:xfrm>
            <a:off x="662152" y="1548059"/>
            <a:ext cx="15355614" cy="827992"/>
          </a:xfrm>
        </p:spPr>
        <p:txBody>
          <a:bodyPr/>
          <a:lstStyle/>
          <a:p>
            <a:pPr algn="ctr"/>
            <a:r>
              <a:rPr lang="en-GB" dirty="0"/>
              <a:t>Objective 2 :- How many employees are there in each department?</a:t>
            </a:r>
            <a:endParaRPr lang="en-IN" dirty="0"/>
          </a:p>
        </p:txBody>
      </p:sp>
      <p:sp>
        <p:nvSpPr>
          <p:cNvPr id="16" name="Text Placeholder 15">
            <a:extLst>
              <a:ext uri="{FF2B5EF4-FFF2-40B4-BE49-F238E27FC236}">
                <a16:creationId xmlns:a16="http://schemas.microsoft.com/office/drawing/2014/main" id="{3D9661DF-CFA0-D460-D690-EF9AC251D379}"/>
              </a:ext>
            </a:extLst>
          </p:cNvPr>
          <p:cNvSpPr>
            <a:spLocks noGrp="1"/>
          </p:cNvSpPr>
          <p:nvPr>
            <p:ph type="body" idx="2"/>
          </p:nvPr>
        </p:nvSpPr>
        <p:spPr>
          <a:xfrm>
            <a:off x="662150" y="2711851"/>
            <a:ext cx="15355615" cy="1284692"/>
          </a:xfrm>
        </p:spPr>
        <p:txBody>
          <a:bodyPr>
            <a:normAutofit fontScale="55000" lnSpcReduction="20000"/>
          </a:bodyPr>
          <a:lstStyle/>
          <a:p>
            <a:r>
              <a:rPr lang="en-IN" b="1" dirty="0"/>
              <a:t>Functions Used  </a:t>
            </a:r>
            <a:r>
              <a:rPr lang="en-IN" dirty="0"/>
              <a:t>: Count, AS , Group BY </a:t>
            </a:r>
          </a:p>
          <a:p>
            <a:pPr algn="ctr"/>
            <a:r>
              <a:rPr lang="en-IN" b="1" dirty="0"/>
              <a:t> Overview </a:t>
            </a:r>
            <a:r>
              <a:rPr lang="en-IN" dirty="0"/>
              <a:t>: </a:t>
            </a:r>
            <a:r>
              <a:rPr lang="en-GB" dirty="0"/>
              <a:t>The query produces a summary table where each row corresponds to a department and includes the department name and the count of employees in that department.</a:t>
            </a:r>
            <a:endParaRPr lang="en-IN" dirty="0"/>
          </a:p>
        </p:txBody>
      </p:sp>
      <p:sp>
        <p:nvSpPr>
          <p:cNvPr id="18" name="Text Placeholder 17">
            <a:extLst>
              <a:ext uri="{FF2B5EF4-FFF2-40B4-BE49-F238E27FC236}">
                <a16:creationId xmlns:a16="http://schemas.microsoft.com/office/drawing/2014/main" id="{6765BE23-D49B-2B7B-C92C-A1EBFDEC8644}"/>
              </a:ext>
            </a:extLst>
          </p:cNvPr>
          <p:cNvSpPr>
            <a:spLocks noGrp="1"/>
          </p:cNvSpPr>
          <p:nvPr>
            <p:ph type="body" idx="4"/>
          </p:nvPr>
        </p:nvSpPr>
        <p:spPr>
          <a:xfrm>
            <a:off x="409900" y="3896951"/>
            <a:ext cx="17544207" cy="2312026"/>
          </a:xfrm>
        </p:spPr>
        <p:txBody>
          <a:bodyPr/>
          <a:lstStyle/>
          <a:p>
            <a:pPr marL="114300" indent="0">
              <a:buNone/>
            </a:pPr>
            <a:r>
              <a:rPr lang="en-IN" sz="2800" b="1" dirty="0">
                <a:solidFill>
                  <a:schemeClr val="tx1"/>
                </a:solidFill>
                <a:latin typeface="Consolas" panose="020B0609020204030204" pitchFamily="49" charset="0"/>
              </a:rPr>
              <a:t>Code</a:t>
            </a:r>
            <a:r>
              <a:rPr lang="en-IN" dirty="0"/>
              <a:t> </a:t>
            </a:r>
          </a:p>
          <a:p>
            <a:pPr>
              <a:buFont typeface="Wingdings" panose="05000000000000000000" pitchFamily="2" charset="2"/>
              <a:buChar char="n"/>
            </a:pPr>
            <a:r>
              <a:rPr lang="en-GB" sz="2800" dirty="0">
                <a:solidFill>
                  <a:srgbClr val="0000FF"/>
                </a:solidFill>
                <a:latin typeface="Consolas" panose="020B0609020204030204" pitchFamily="49" charset="0"/>
              </a:rPr>
              <a:t>SELECT</a:t>
            </a:r>
            <a:r>
              <a:rPr lang="en-GB" sz="2800" dirty="0">
                <a:solidFill>
                  <a:srgbClr val="000000"/>
                </a:solidFill>
                <a:latin typeface="Consolas" panose="020B0609020204030204" pitchFamily="49" charset="0"/>
              </a:rPr>
              <a:t> department</a:t>
            </a:r>
            <a:r>
              <a:rPr lang="en-GB" sz="2800" dirty="0">
                <a:solidFill>
                  <a:srgbClr val="808080"/>
                </a:solidFill>
                <a:latin typeface="Consolas" panose="020B0609020204030204" pitchFamily="49" charset="0"/>
              </a:rPr>
              <a:t>,</a:t>
            </a:r>
            <a:r>
              <a:rPr lang="en-GB" sz="2800" dirty="0">
                <a:solidFill>
                  <a:srgbClr val="000000"/>
                </a:solidFill>
                <a:latin typeface="Consolas" panose="020B0609020204030204" pitchFamily="49" charset="0"/>
              </a:rPr>
              <a:t> </a:t>
            </a:r>
            <a:r>
              <a:rPr lang="en-GB" sz="2800" dirty="0">
                <a:solidFill>
                  <a:srgbClr val="FF00FF"/>
                </a:solidFill>
                <a:latin typeface="Consolas" panose="020B0609020204030204" pitchFamily="49" charset="0"/>
              </a:rPr>
              <a:t>COUNT</a:t>
            </a:r>
            <a:r>
              <a:rPr lang="en-GB" sz="2800" dirty="0">
                <a:solidFill>
                  <a:srgbClr val="808080"/>
                </a:solidFill>
                <a:latin typeface="Consolas" panose="020B0609020204030204" pitchFamily="49" charset="0"/>
              </a:rPr>
              <a:t>(*)</a:t>
            </a:r>
            <a:r>
              <a:rPr lang="en-GB" sz="2800" dirty="0">
                <a:solidFill>
                  <a:srgbClr val="000000"/>
                </a:solidFill>
                <a:latin typeface="Consolas" panose="020B0609020204030204" pitchFamily="49" charset="0"/>
              </a:rPr>
              <a:t> </a:t>
            </a:r>
            <a:r>
              <a:rPr lang="en-GB" sz="2800" dirty="0">
                <a:solidFill>
                  <a:srgbClr val="0000FF"/>
                </a:solidFill>
                <a:latin typeface="Consolas" panose="020B0609020204030204" pitchFamily="49" charset="0"/>
              </a:rPr>
              <a:t>AS</a:t>
            </a:r>
            <a:r>
              <a:rPr lang="en-GB" sz="2800" dirty="0">
                <a:solidFill>
                  <a:srgbClr val="000000"/>
                </a:solidFill>
                <a:latin typeface="Consolas" panose="020B0609020204030204" pitchFamily="49" charset="0"/>
              </a:rPr>
              <a:t> </a:t>
            </a:r>
            <a:r>
              <a:rPr lang="en-GB" sz="2800" dirty="0" err="1">
                <a:solidFill>
                  <a:srgbClr val="000000"/>
                </a:solidFill>
                <a:latin typeface="Consolas" panose="020B0609020204030204" pitchFamily="49" charset="0"/>
              </a:rPr>
              <a:t>num_employees</a:t>
            </a:r>
            <a:r>
              <a:rPr lang="en-GB" sz="2800" dirty="0">
                <a:solidFill>
                  <a:srgbClr val="000000"/>
                </a:solidFill>
                <a:latin typeface="Consolas" panose="020B0609020204030204" pitchFamily="49" charset="0"/>
              </a:rPr>
              <a:t> </a:t>
            </a:r>
            <a:r>
              <a:rPr lang="en-GB" sz="2800" dirty="0">
                <a:solidFill>
                  <a:srgbClr val="0000FF"/>
                </a:solidFill>
                <a:latin typeface="Consolas" panose="020B0609020204030204" pitchFamily="49" charset="0"/>
              </a:rPr>
              <a:t>FROM</a:t>
            </a:r>
            <a:r>
              <a:rPr lang="en-GB" sz="2800" dirty="0">
                <a:solidFill>
                  <a:srgbClr val="000000"/>
                </a:solidFill>
                <a:latin typeface="Consolas" panose="020B0609020204030204" pitchFamily="49" charset="0"/>
              </a:rPr>
              <a:t> Himanshu </a:t>
            </a:r>
            <a:r>
              <a:rPr lang="en-GB" sz="2800" dirty="0">
                <a:solidFill>
                  <a:srgbClr val="0000FF"/>
                </a:solidFill>
                <a:latin typeface="Consolas" panose="020B0609020204030204" pitchFamily="49" charset="0"/>
              </a:rPr>
              <a:t>GROUP</a:t>
            </a:r>
            <a:r>
              <a:rPr lang="en-GB" sz="2800" dirty="0">
                <a:solidFill>
                  <a:srgbClr val="000000"/>
                </a:solidFill>
                <a:latin typeface="Consolas" panose="020B0609020204030204" pitchFamily="49" charset="0"/>
              </a:rPr>
              <a:t> </a:t>
            </a:r>
            <a:r>
              <a:rPr lang="en-GB" sz="2800" dirty="0">
                <a:solidFill>
                  <a:srgbClr val="0000FF"/>
                </a:solidFill>
                <a:latin typeface="Consolas" panose="020B0609020204030204" pitchFamily="49" charset="0"/>
              </a:rPr>
              <a:t>BY</a:t>
            </a:r>
            <a:r>
              <a:rPr lang="en-GB" sz="2800" dirty="0">
                <a:solidFill>
                  <a:srgbClr val="000000"/>
                </a:solidFill>
                <a:latin typeface="Consolas" panose="020B0609020204030204" pitchFamily="49" charset="0"/>
              </a:rPr>
              <a:t> department</a:t>
            </a:r>
            <a:r>
              <a:rPr lang="en-GB" sz="2800" dirty="0">
                <a:solidFill>
                  <a:srgbClr val="808080"/>
                </a:solidFill>
                <a:latin typeface="Consolas" panose="020B0609020204030204" pitchFamily="49" charset="0"/>
              </a:rPr>
              <a:t>;</a:t>
            </a:r>
            <a:r>
              <a:rPr lang="en-IN" sz="2800" dirty="0">
                <a:solidFill>
                  <a:srgbClr val="808080"/>
                </a:solidFill>
                <a:latin typeface="Consolas" panose="020B0609020204030204" pitchFamily="49" charset="0"/>
              </a:rPr>
              <a:t>--</a:t>
            </a:r>
          </a:p>
          <a:p>
            <a:pPr marL="114300" indent="0">
              <a:buNone/>
            </a:pPr>
            <a:r>
              <a:rPr lang="en-IN" sz="2800" b="1" dirty="0">
                <a:solidFill>
                  <a:schemeClr val="tx1"/>
                </a:solidFill>
                <a:latin typeface="Consolas" panose="020B0609020204030204" pitchFamily="49" charset="0"/>
              </a:rPr>
              <a:t>Result :</a:t>
            </a:r>
            <a:endParaRPr lang="en-IN" sz="2800" b="1" dirty="0">
              <a:solidFill>
                <a:schemeClr val="tx1"/>
              </a:solidFill>
            </a:endParaRPr>
          </a:p>
        </p:txBody>
      </p:sp>
      <p:sp>
        <p:nvSpPr>
          <p:cNvPr id="4" name="Slide Number Placeholder 3">
            <a:extLst>
              <a:ext uri="{FF2B5EF4-FFF2-40B4-BE49-F238E27FC236}">
                <a16:creationId xmlns:a16="http://schemas.microsoft.com/office/drawing/2014/main" id="{061E45D0-8E44-4280-040C-D4A9D0AA67D7}"/>
              </a:ext>
            </a:extLst>
          </p:cNvPr>
          <p:cNvSpPr>
            <a:spLocks noGrp="1"/>
          </p:cNvSpPr>
          <p:nvPr>
            <p:ph type="sldNum" idx="12"/>
          </p:nvPr>
        </p:nvSpPr>
        <p:spPr>
          <a:xfrm>
            <a:off x="13426034" y="9911198"/>
            <a:ext cx="4277320" cy="569325"/>
          </a:xfrm>
        </p:spPr>
        <p:txBody>
          <a:bodyPr/>
          <a:lstStyle/>
          <a:p>
            <a:pPr lvl="0"/>
            <a:fld id="{00000000-1234-1234-1234-123412341234}" type="slidenum">
              <a:rPr lang="en-US" smtClean="0"/>
              <a:pPr lvl="0"/>
              <a:t>6</a:t>
            </a:fld>
            <a:endParaRPr lang="en-US"/>
          </a:p>
        </p:txBody>
      </p:sp>
      <p:grpSp>
        <p:nvGrpSpPr>
          <p:cNvPr id="9" name="Google Shape;142;p15">
            <a:extLst>
              <a:ext uri="{FF2B5EF4-FFF2-40B4-BE49-F238E27FC236}">
                <a16:creationId xmlns:a16="http://schemas.microsoft.com/office/drawing/2014/main" id="{57C3D0E5-638F-3328-3D3B-B6AF308E0194}"/>
              </a:ext>
            </a:extLst>
          </p:cNvPr>
          <p:cNvGrpSpPr/>
          <p:nvPr/>
        </p:nvGrpSpPr>
        <p:grpSpPr>
          <a:xfrm>
            <a:off x="234976" y="377997"/>
            <a:ext cx="15071695" cy="827992"/>
            <a:chOff x="-16184" y="8640158"/>
            <a:chExt cx="4045716" cy="439420"/>
          </a:xfrm>
        </p:grpSpPr>
        <p:sp>
          <p:nvSpPr>
            <p:cNvPr id="10" name="Google Shape;143;p15">
              <a:extLst>
                <a:ext uri="{FF2B5EF4-FFF2-40B4-BE49-F238E27FC236}">
                  <a16:creationId xmlns:a16="http://schemas.microsoft.com/office/drawing/2014/main" id="{4176DF82-FD19-14C1-795C-BE57970BF0AD}"/>
                </a:ext>
              </a:extLst>
            </p:cNvPr>
            <p:cNvSpPr/>
            <p:nvPr/>
          </p:nvSpPr>
          <p:spPr>
            <a:xfrm>
              <a:off x="-16184" y="8640158"/>
              <a:ext cx="3923363" cy="439420"/>
            </a:xfrm>
            <a:custGeom>
              <a:avLst/>
              <a:gdLst/>
              <a:ahLst/>
              <a:cxnLst/>
              <a:rect l="l" t="t" r="r" b="b"/>
              <a:pathLst>
                <a:path w="3844925" h="439420" extrusionOk="0">
                  <a:moveTo>
                    <a:pt x="0" y="439204"/>
                  </a:moveTo>
                  <a:lnTo>
                    <a:pt x="3844798" y="439204"/>
                  </a:lnTo>
                  <a:lnTo>
                    <a:pt x="3844798" y="0"/>
                  </a:lnTo>
                  <a:lnTo>
                    <a:pt x="0" y="0"/>
                  </a:lnTo>
                  <a:lnTo>
                    <a:pt x="0" y="439204"/>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457200" marR="0" lvl="1" indent="0" algn="ctr" rtl="0">
                <a:spcBef>
                  <a:spcPts val="0"/>
                </a:spcBef>
                <a:spcAft>
                  <a:spcPts val="0"/>
                </a:spcAft>
                <a:buNone/>
              </a:pPr>
              <a:r>
                <a:rPr lang="en-IN" sz="4800" b="0" i="0" u="none" strike="noStrike" cap="none" dirty="0">
                  <a:solidFill>
                    <a:schemeClr val="lt1"/>
                  </a:solidFill>
                  <a:latin typeface="Calibri"/>
                  <a:ea typeface="Calibri"/>
                  <a:cs typeface="Calibri"/>
                  <a:sym typeface="Calibri"/>
                </a:rPr>
                <a:t>Objectives</a:t>
              </a:r>
              <a:endParaRPr sz="4800" b="0" i="0" u="none" strike="noStrike" cap="none" dirty="0">
                <a:solidFill>
                  <a:schemeClr val="lt1"/>
                </a:solidFill>
                <a:latin typeface="Calibri"/>
                <a:ea typeface="Calibri"/>
                <a:cs typeface="Calibri"/>
                <a:sym typeface="Calibri"/>
              </a:endParaRPr>
            </a:p>
          </p:txBody>
        </p:sp>
        <p:sp>
          <p:nvSpPr>
            <p:cNvPr id="11" name="Google Shape;144;p15">
              <a:extLst>
                <a:ext uri="{FF2B5EF4-FFF2-40B4-BE49-F238E27FC236}">
                  <a16:creationId xmlns:a16="http://schemas.microsoft.com/office/drawing/2014/main" id="{7CFEBBCD-DFBB-645D-5087-A852A1987587}"/>
                </a:ext>
              </a:extLst>
            </p:cNvPr>
            <p:cNvSpPr/>
            <p:nvPr/>
          </p:nvSpPr>
          <p:spPr>
            <a:xfrm>
              <a:off x="3800173" y="8640158"/>
              <a:ext cx="229359" cy="439420"/>
            </a:xfrm>
            <a:custGeom>
              <a:avLst/>
              <a:gdLst/>
              <a:ahLst/>
              <a:cxnLst/>
              <a:rect l="l" t="t" r="r" b="b"/>
              <a:pathLst>
                <a:path w="439420" h="439420" extrusionOk="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pic>
        <p:nvPicPr>
          <p:cNvPr id="3" name="Picture 2">
            <a:extLst>
              <a:ext uri="{FF2B5EF4-FFF2-40B4-BE49-F238E27FC236}">
                <a16:creationId xmlns:a16="http://schemas.microsoft.com/office/drawing/2014/main" id="{9B94E106-9FA0-F6AA-2DB5-5BE5012BA483}"/>
              </a:ext>
            </a:extLst>
          </p:cNvPr>
          <p:cNvPicPr>
            <a:picLocks noChangeAspect="1"/>
          </p:cNvPicPr>
          <p:nvPr/>
        </p:nvPicPr>
        <p:blipFill>
          <a:blip r:embed="rId2"/>
          <a:stretch>
            <a:fillRect/>
          </a:stretch>
        </p:blipFill>
        <p:spPr>
          <a:xfrm>
            <a:off x="6178218" y="6413285"/>
            <a:ext cx="4699988" cy="4064369"/>
          </a:xfrm>
          <a:prstGeom prst="rect">
            <a:avLst/>
          </a:prstGeom>
          <a:ln w="2286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5936343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3C0EA700-FF99-577E-8CE0-6A232202B6A4}"/>
              </a:ext>
            </a:extLst>
          </p:cNvPr>
          <p:cNvSpPr>
            <a:spLocks noGrp="1"/>
          </p:cNvSpPr>
          <p:nvPr>
            <p:ph type="title"/>
          </p:nvPr>
        </p:nvSpPr>
        <p:spPr>
          <a:xfrm>
            <a:off x="1309435" y="569326"/>
            <a:ext cx="16396395" cy="2066896"/>
          </a:xfrm>
        </p:spPr>
        <p:txBody>
          <a:bodyPr/>
          <a:lstStyle/>
          <a:p>
            <a:r>
              <a:rPr lang="en-IN" dirty="0"/>
              <a:t>   </a:t>
            </a:r>
          </a:p>
        </p:txBody>
      </p:sp>
      <p:sp>
        <p:nvSpPr>
          <p:cNvPr id="15" name="Text Placeholder 14">
            <a:extLst>
              <a:ext uri="{FF2B5EF4-FFF2-40B4-BE49-F238E27FC236}">
                <a16:creationId xmlns:a16="http://schemas.microsoft.com/office/drawing/2014/main" id="{BAE364F5-8CEB-FFA4-2665-2540348DAF13}"/>
              </a:ext>
            </a:extLst>
          </p:cNvPr>
          <p:cNvSpPr>
            <a:spLocks noGrp="1"/>
          </p:cNvSpPr>
          <p:nvPr>
            <p:ph type="body" idx="1"/>
          </p:nvPr>
        </p:nvSpPr>
        <p:spPr>
          <a:xfrm>
            <a:off x="662152" y="1548059"/>
            <a:ext cx="15355614" cy="827992"/>
          </a:xfrm>
        </p:spPr>
        <p:txBody>
          <a:bodyPr>
            <a:normAutofit fontScale="85000" lnSpcReduction="10000"/>
          </a:bodyPr>
          <a:lstStyle/>
          <a:p>
            <a:pPr algn="ctr"/>
            <a:r>
              <a:rPr lang="en-GB" dirty="0"/>
              <a:t>Objective 3 :- What is the average length of service for employees in each region?</a:t>
            </a:r>
            <a:endParaRPr lang="en-IN" dirty="0"/>
          </a:p>
        </p:txBody>
      </p:sp>
      <p:sp>
        <p:nvSpPr>
          <p:cNvPr id="16" name="Text Placeholder 15">
            <a:extLst>
              <a:ext uri="{FF2B5EF4-FFF2-40B4-BE49-F238E27FC236}">
                <a16:creationId xmlns:a16="http://schemas.microsoft.com/office/drawing/2014/main" id="{3D9661DF-CFA0-D460-D690-EF9AC251D379}"/>
              </a:ext>
            </a:extLst>
          </p:cNvPr>
          <p:cNvSpPr>
            <a:spLocks noGrp="1"/>
          </p:cNvSpPr>
          <p:nvPr>
            <p:ph type="body" idx="2"/>
          </p:nvPr>
        </p:nvSpPr>
        <p:spPr>
          <a:xfrm>
            <a:off x="662149" y="2711850"/>
            <a:ext cx="16616857" cy="1592135"/>
          </a:xfrm>
        </p:spPr>
        <p:txBody>
          <a:bodyPr>
            <a:normAutofit fontScale="55000" lnSpcReduction="20000"/>
          </a:bodyPr>
          <a:lstStyle/>
          <a:p>
            <a:r>
              <a:rPr lang="en-IN" b="1" dirty="0"/>
              <a:t>Functions Used  </a:t>
            </a:r>
            <a:r>
              <a:rPr lang="en-IN" dirty="0"/>
              <a:t>: Count, AS , Group BY, AVG</a:t>
            </a:r>
          </a:p>
          <a:p>
            <a:pPr algn="ctr"/>
            <a:r>
              <a:rPr lang="en-IN" b="1" dirty="0"/>
              <a:t> Overview </a:t>
            </a:r>
            <a:r>
              <a:rPr lang="en-IN" dirty="0"/>
              <a:t>: </a:t>
            </a:r>
            <a:r>
              <a:rPr lang="en-GB" dirty="0"/>
              <a:t>The query produces a summary table where each row corresponds to a department and includes the This query will return a table where each row represents a region and includes the average length of service for employees in that region.</a:t>
            </a:r>
            <a:endParaRPr lang="en-IN" dirty="0"/>
          </a:p>
        </p:txBody>
      </p:sp>
      <p:sp>
        <p:nvSpPr>
          <p:cNvPr id="18" name="Text Placeholder 17">
            <a:extLst>
              <a:ext uri="{FF2B5EF4-FFF2-40B4-BE49-F238E27FC236}">
                <a16:creationId xmlns:a16="http://schemas.microsoft.com/office/drawing/2014/main" id="{6765BE23-D49B-2B7B-C92C-A1EBFDEC8644}"/>
              </a:ext>
            </a:extLst>
          </p:cNvPr>
          <p:cNvSpPr>
            <a:spLocks noGrp="1"/>
          </p:cNvSpPr>
          <p:nvPr>
            <p:ph type="body" idx="4"/>
          </p:nvPr>
        </p:nvSpPr>
        <p:spPr>
          <a:xfrm>
            <a:off x="409900" y="3896951"/>
            <a:ext cx="17544207" cy="2312026"/>
          </a:xfrm>
        </p:spPr>
        <p:txBody>
          <a:bodyPr>
            <a:normAutofit lnSpcReduction="10000"/>
          </a:bodyPr>
          <a:lstStyle/>
          <a:p>
            <a:pPr marL="114300" indent="0">
              <a:buNone/>
            </a:pPr>
            <a:r>
              <a:rPr lang="en-IN" sz="2800" b="1" dirty="0">
                <a:solidFill>
                  <a:schemeClr val="tx1"/>
                </a:solidFill>
                <a:latin typeface="Consolas" panose="020B0609020204030204" pitchFamily="49" charset="0"/>
              </a:rPr>
              <a:t>Code</a:t>
            </a:r>
            <a:r>
              <a:rPr lang="en-IN" dirty="0"/>
              <a:t> </a:t>
            </a:r>
          </a:p>
          <a:p>
            <a:pPr>
              <a:buFont typeface="Wingdings" panose="05000000000000000000" pitchFamily="2" charset="2"/>
              <a:buChar char="n"/>
            </a:pPr>
            <a:r>
              <a:rPr lang="en-GB" sz="2800" dirty="0">
                <a:solidFill>
                  <a:srgbClr val="0000FF"/>
                </a:solidFill>
                <a:latin typeface="Consolas" panose="020B0609020204030204" pitchFamily="49" charset="0"/>
              </a:rPr>
              <a:t>SELECT</a:t>
            </a:r>
            <a:r>
              <a:rPr lang="en-GB" sz="2800" dirty="0">
                <a:solidFill>
                  <a:srgbClr val="000000"/>
                </a:solidFill>
                <a:latin typeface="Consolas" panose="020B0609020204030204" pitchFamily="49" charset="0"/>
              </a:rPr>
              <a:t> region</a:t>
            </a:r>
            <a:r>
              <a:rPr lang="en-GB" sz="2800" dirty="0">
                <a:solidFill>
                  <a:srgbClr val="808080"/>
                </a:solidFill>
                <a:latin typeface="Consolas" panose="020B0609020204030204" pitchFamily="49" charset="0"/>
              </a:rPr>
              <a:t>,</a:t>
            </a:r>
            <a:r>
              <a:rPr lang="en-GB" sz="2800" dirty="0">
                <a:solidFill>
                  <a:srgbClr val="000000"/>
                </a:solidFill>
                <a:latin typeface="Consolas" panose="020B0609020204030204" pitchFamily="49" charset="0"/>
              </a:rPr>
              <a:t> </a:t>
            </a:r>
            <a:r>
              <a:rPr lang="en-GB" sz="2800" dirty="0">
                <a:solidFill>
                  <a:srgbClr val="FF00FF"/>
                </a:solidFill>
                <a:latin typeface="Consolas" panose="020B0609020204030204" pitchFamily="49" charset="0"/>
              </a:rPr>
              <a:t>AVG</a:t>
            </a:r>
            <a:r>
              <a:rPr lang="en-GB" sz="2800" dirty="0">
                <a:solidFill>
                  <a:srgbClr val="808080"/>
                </a:solidFill>
                <a:latin typeface="Consolas" panose="020B0609020204030204" pitchFamily="49" charset="0"/>
              </a:rPr>
              <a:t>(</a:t>
            </a:r>
            <a:r>
              <a:rPr lang="en-GB" sz="2800" dirty="0" err="1">
                <a:solidFill>
                  <a:srgbClr val="000000"/>
                </a:solidFill>
                <a:latin typeface="Consolas" panose="020B0609020204030204" pitchFamily="49" charset="0"/>
              </a:rPr>
              <a:t>length_of_service</a:t>
            </a:r>
            <a:r>
              <a:rPr lang="en-GB" sz="2800" dirty="0">
                <a:solidFill>
                  <a:srgbClr val="808080"/>
                </a:solidFill>
                <a:latin typeface="Consolas" panose="020B0609020204030204" pitchFamily="49" charset="0"/>
              </a:rPr>
              <a:t>)</a:t>
            </a:r>
            <a:r>
              <a:rPr lang="en-GB" sz="2800" dirty="0">
                <a:solidFill>
                  <a:srgbClr val="000000"/>
                </a:solidFill>
                <a:latin typeface="Consolas" panose="020B0609020204030204" pitchFamily="49" charset="0"/>
              </a:rPr>
              <a:t> </a:t>
            </a:r>
            <a:r>
              <a:rPr lang="en-GB" sz="2800" dirty="0">
                <a:solidFill>
                  <a:srgbClr val="0000FF"/>
                </a:solidFill>
                <a:latin typeface="Consolas" panose="020B0609020204030204" pitchFamily="49" charset="0"/>
              </a:rPr>
              <a:t>AS</a:t>
            </a:r>
            <a:r>
              <a:rPr lang="en-GB" sz="2800" dirty="0">
                <a:solidFill>
                  <a:srgbClr val="000000"/>
                </a:solidFill>
                <a:latin typeface="Consolas" panose="020B0609020204030204" pitchFamily="49" charset="0"/>
              </a:rPr>
              <a:t> </a:t>
            </a:r>
            <a:r>
              <a:rPr lang="en-GB" sz="2800" dirty="0" err="1">
                <a:solidFill>
                  <a:srgbClr val="000000"/>
                </a:solidFill>
                <a:latin typeface="Consolas" panose="020B0609020204030204" pitchFamily="49" charset="0"/>
              </a:rPr>
              <a:t>avg_length_of_service</a:t>
            </a:r>
            <a:r>
              <a:rPr lang="en-GB" sz="2800" dirty="0">
                <a:solidFill>
                  <a:srgbClr val="000000"/>
                </a:solidFill>
                <a:latin typeface="Consolas" panose="020B0609020204030204" pitchFamily="49" charset="0"/>
              </a:rPr>
              <a:t> </a:t>
            </a:r>
            <a:r>
              <a:rPr lang="en-GB" sz="2800" dirty="0">
                <a:solidFill>
                  <a:srgbClr val="0000FF"/>
                </a:solidFill>
                <a:latin typeface="Consolas" panose="020B0609020204030204" pitchFamily="49" charset="0"/>
              </a:rPr>
              <a:t>FROM</a:t>
            </a:r>
            <a:r>
              <a:rPr lang="en-GB" sz="2800" dirty="0">
                <a:solidFill>
                  <a:srgbClr val="000000"/>
                </a:solidFill>
                <a:latin typeface="Consolas" panose="020B0609020204030204" pitchFamily="49" charset="0"/>
              </a:rPr>
              <a:t> </a:t>
            </a:r>
            <a:r>
              <a:rPr lang="en-GB" sz="2800" dirty="0" err="1">
                <a:solidFill>
                  <a:srgbClr val="000000"/>
                </a:solidFill>
                <a:latin typeface="Consolas" panose="020B0609020204030204" pitchFamily="49" charset="0"/>
              </a:rPr>
              <a:t>Himansh</a:t>
            </a:r>
            <a:r>
              <a:rPr lang="en-GB" sz="2800" dirty="0">
                <a:solidFill>
                  <a:srgbClr val="000000"/>
                </a:solidFill>
                <a:latin typeface="Consolas" panose="020B0609020204030204" pitchFamily="49" charset="0"/>
              </a:rPr>
              <a:t> </a:t>
            </a:r>
            <a:r>
              <a:rPr lang="en-GB" sz="2800" dirty="0">
                <a:solidFill>
                  <a:srgbClr val="0000FF"/>
                </a:solidFill>
                <a:latin typeface="Consolas" panose="020B0609020204030204" pitchFamily="49" charset="0"/>
              </a:rPr>
              <a:t>GROUP</a:t>
            </a:r>
            <a:r>
              <a:rPr lang="en-GB" sz="2800" dirty="0">
                <a:solidFill>
                  <a:srgbClr val="000000"/>
                </a:solidFill>
                <a:latin typeface="Consolas" panose="020B0609020204030204" pitchFamily="49" charset="0"/>
              </a:rPr>
              <a:t> </a:t>
            </a:r>
            <a:r>
              <a:rPr lang="en-GB" sz="2800" dirty="0">
                <a:solidFill>
                  <a:srgbClr val="0000FF"/>
                </a:solidFill>
                <a:latin typeface="Consolas" panose="020B0609020204030204" pitchFamily="49" charset="0"/>
              </a:rPr>
              <a:t>BY</a:t>
            </a:r>
            <a:r>
              <a:rPr lang="en-GB" sz="2800" dirty="0">
                <a:solidFill>
                  <a:srgbClr val="000000"/>
                </a:solidFill>
                <a:latin typeface="Consolas" panose="020B0609020204030204" pitchFamily="49" charset="0"/>
              </a:rPr>
              <a:t> region</a:t>
            </a:r>
            <a:r>
              <a:rPr lang="en-GB" sz="2800" dirty="0">
                <a:solidFill>
                  <a:srgbClr val="808080"/>
                </a:solidFill>
                <a:latin typeface="Consolas" panose="020B0609020204030204" pitchFamily="49" charset="0"/>
              </a:rPr>
              <a:t>;</a:t>
            </a:r>
            <a:r>
              <a:rPr lang="en-IN" sz="2800" dirty="0">
                <a:solidFill>
                  <a:srgbClr val="808080"/>
                </a:solidFill>
                <a:latin typeface="Consolas" panose="020B0609020204030204" pitchFamily="49" charset="0"/>
              </a:rPr>
              <a:t>--</a:t>
            </a:r>
          </a:p>
          <a:p>
            <a:pPr marL="114300" indent="0">
              <a:buNone/>
            </a:pPr>
            <a:r>
              <a:rPr lang="en-IN" sz="2800" b="1" dirty="0">
                <a:solidFill>
                  <a:schemeClr val="tx1"/>
                </a:solidFill>
                <a:latin typeface="Consolas" panose="020B0609020204030204" pitchFamily="49" charset="0"/>
              </a:rPr>
              <a:t>Result :</a:t>
            </a:r>
            <a:endParaRPr lang="en-IN" sz="2800" b="1" dirty="0">
              <a:solidFill>
                <a:schemeClr val="tx1"/>
              </a:solidFill>
            </a:endParaRPr>
          </a:p>
        </p:txBody>
      </p:sp>
      <p:sp>
        <p:nvSpPr>
          <p:cNvPr id="4" name="Slide Number Placeholder 3">
            <a:extLst>
              <a:ext uri="{FF2B5EF4-FFF2-40B4-BE49-F238E27FC236}">
                <a16:creationId xmlns:a16="http://schemas.microsoft.com/office/drawing/2014/main" id="{061E45D0-8E44-4280-040C-D4A9D0AA67D7}"/>
              </a:ext>
            </a:extLst>
          </p:cNvPr>
          <p:cNvSpPr>
            <a:spLocks noGrp="1"/>
          </p:cNvSpPr>
          <p:nvPr>
            <p:ph type="sldNum" idx="12"/>
          </p:nvPr>
        </p:nvSpPr>
        <p:spPr>
          <a:xfrm>
            <a:off x="13426034" y="9911198"/>
            <a:ext cx="4277320" cy="569325"/>
          </a:xfrm>
        </p:spPr>
        <p:txBody>
          <a:bodyPr/>
          <a:lstStyle/>
          <a:p>
            <a:pPr lvl="0"/>
            <a:fld id="{00000000-1234-1234-1234-123412341234}" type="slidenum">
              <a:rPr lang="en-US" smtClean="0"/>
              <a:pPr lvl="0"/>
              <a:t>7</a:t>
            </a:fld>
            <a:endParaRPr lang="en-US"/>
          </a:p>
        </p:txBody>
      </p:sp>
      <p:grpSp>
        <p:nvGrpSpPr>
          <p:cNvPr id="9" name="Google Shape;142;p15">
            <a:extLst>
              <a:ext uri="{FF2B5EF4-FFF2-40B4-BE49-F238E27FC236}">
                <a16:creationId xmlns:a16="http://schemas.microsoft.com/office/drawing/2014/main" id="{57C3D0E5-638F-3328-3D3B-B6AF308E0194}"/>
              </a:ext>
            </a:extLst>
          </p:cNvPr>
          <p:cNvGrpSpPr/>
          <p:nvPr/>
        </p:nvGrpSpPr>
        <p:grpSpPr>
          <a:xfrm>
            <a:off x="234976" y="377997"/>
            <a:ext cx="15071695" cy="827992"/>
            <a:chOff x="-16184" y="8640158"/>
            <a:chExt cx="4045716" cy="439420"/>
          </a:xfrm>
        </p:grpSpPr>
        <p:sp>
          <p:nvSpPr>
            <p:cNvPr id="10" name="Google Shape;143;p15">
              <a:extLst>
                <a:ext uri="{FF2B5EF4-FFF2-40B4-BE49-F238E27FC236}">
                  <a16:creationId xmlns:a16="http://schemas.microsoft.com/office/drawing/2014/main" id="{4176DF82-FD19-14C1-795C-BE57970BF0AD}"/>
                </a:ext>
              </a:extLst>
            </p:cNvPr>
            <p:cNvSpPr/>
            <p:nvPr/>
          </p:nvSpPr>
          <p:spPr>
            <a:xfrm>
              <a:off x="-16184" y="8640158"/>
              <a:ext cx="3923363" cy="439420"/>
            </a:xfrm>
            <a:custGeom>
              <a:avLst/>
              <a:gdLst/>
              <a:ahLst/>
              <a:cxnLst/>
              <a:rect l="l" t="t" r="r" b="b"/>
              <a:pathLst>
                <a:path w="3844925" h="439420" extrusionOk="0">
                  <a:moveTo>
                    <a:pt x="0" y="439204"/>
                  </a:moveTo>
                  <a:lnTo>
                    <a:pt x="3844798" y="439204"/>
                  </a:lnTo>
                  <a:lnTo>
                    <a:pt x="3844798" y="0"/>
                  </a:lnTo>
                  <a:lnTo>
                    <a:pt x="0" y="0"/>
                  </a:lnTo>
                  <a:lnTo>
                    <a:pt x="0" y="439204"/>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457200" marR="0" lvl="1" indent="0" algn="ctr" rtl="0">
                <a:spcBef>
                  <a:spcPts val="0"/>
                </a:spcBef>
                <a:spcAft>
                  <a:spcPts val="0"/>
                </a:spcAft>
                <a:buNone/>
              </a:pPr>
              <a:r>
                <a:rPr lang="en-IN" sz="4800" b="0" i="0" u="none" strike="noStrike" cap="none" dirty="0">
                  <a:solidFill>
                    <a:schemeClr val="lt1"/>
                  </a:solidFill>
                  <a:latin typeface="Calibri"/>
                  <a:ea typeface="Calibri"/>
                  <a:cs typeface="Calibri"/>
                  <a:sym typeface="Calibri"/>
                </a:rPr>
                <a:t>Objectives</a:t>
              </a:r>
              <a:endParaRPr sz="4800" b="0" i="0" u="none" strike="noStrike" cap="none" dirty="0">
                <a:solidFill>
                  <a:schemeClr val="lt1"/>
                </a:solidFill>
                <a:latin typeface="Calibri"/>
                <a:ea typeface="Calibri"/>
                <a:cs typeface="Calibri"/>
                <a:sym typeface="Calibri"/>
              </a:endParaRPr>
            </a:p>
          </p:txBody>
        </p:sp>
        <p:sp>
          <p:nvSpPr>
            <p:cNvPr id="11" name="Google Shape;144;p15">
              <a:extLst>
                <a:ext uri="{FF2B5EF4-FFF2-40B4-BE49-F238E27FC236}">
                  <a16:creationId xmlns:a16="http://schemas.microsoft.com/office/drawing/2014/main" id="{7CFEBBCD-DFBB-645D-5087-A852A1987587}"/>
                </a:ext>
              </a:extLst>
            </p:cNvPr>
            <p:cNvSpPr/>
            <p:nvPr/>
          </p:nvSpPr>
          <p:spPr>
            <a:xfrm>
              <a:off x="3800173" y="8640158"/>
              <a:ext cx="229359" cy="439420"/>
            </a:xfrm>
            <a:custGeom>
              <a:avLst/>
              <a:gdLst/>
              <a:ahLst/>
              <a:cxnLst/>
              <a:rect l="l" t="t" r="r" b="b"/>
              <a:pathLst>
                <a:path w="439420" h="439420" extrusionOk="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pic>
        <p:nvPicPr>
          <p:cNvPr id="3" name="Picture 2">
            <a:extLst>
              <a:ext uri="{FF2B5EF4-FFF2-40B4-BE49-F238E27FC236}">
                <a16:creationId xmlns:a16="http://schemas.microsoft.com/office/drawing/2014/main" id="{9B94E106-9FA0-F6AA-2DB5-5BE5012BA483}"/>
              </a:ext>
            </a:extLst>
          </p:cNvPr>
          <p:cNvPicPr>
            <a:picLocks noChangeAspect="1"/>
          </p:cNvPicPr>
          <p:nvPr/>
        </p:nvPicPr>
        <p:blipFill>
          <a:blip r:embed="rId2"/>
          <a:stretch>
            <a:fillRect/>
          </a:stretch>
        </p:blipFill>
        <p:spPr>
          <a:xfrm>
            <a:off x="6204883" y="6251034"/>
            <a:ext cx="4699988" cy="4064369"/>
          </a:xfrm>
          <a:prstGeom prst="rect">
            <a:avLst/>
          </a:prstGeom>
          <a:ln w="228600" cap="sq" cmpd="thickThin">
            <a:solidFill>
              <a:srgbClr val="000000"/>
            </a:solidFill>
            <a:prstDash val="solid"/>
            <a:miter lim="800000"/>
          </a:ln>
          <a:effectLst>
            <a:innerShdw blurRad="76200">
              <a:srgbClr val="000000"/>
            </a:innerShdw>
          </a:effectLst>
        </p:spPr>
      </p:pic>
      <p:pic>
        <p:nvPicPr>
          <p:cNvPr id="5" name="Picture 4">
            <a:extLst>
              <a:ext uri="{FF2B5EF4-FFF2-40B4-BE49-F238E27FC236}">
                <a16:creationId xmlns:a16="http://schemas.microsoft.com/office/drawing/2014/main" id="{6A007CD1-9FBE-E8AF-0B31-842E0C64AF5D}"/>
              </a:ext>
            </a:extLst>
          </p:cNvPr>
          <p:cNvPicPr>
            <a:picLocks noChangeAspect="1"/>
          </p:cNvPicPr>
          <p:nvPr/>
        </p:nvPicPr>
        <p:blipFill>
          <a:blip r:embed="rId3"/>
          <a:stretch>
            <a:fillRect/>
          </a:stretch>
        </p:blipFill>
        <p:spPr>
          <a:xfrm>
            <a:off x="6293677" y="6251034"/>
            <a:ext cx="4699988" cy="4064369"/>
          </a:xfrm>
          <a:prstGeom prst="rect">
            <a:avLst/>
          </a:prstGeom>
        </p:spPr>
      </p:pic>
    </p:spTree>
    <p:extLst>
      <p:ext uri="{BB962C8B-B14F-4D97-AF65-F5344CB8AC3E}">
        <p14:creationId xmlns:p14="http://schemas.microsoft.com/office/powerpoint/2010/main" val="42388987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3C0EA700-FF99-577E-8CE0-6A232202B6A4}"/>
              </a:ext>
            </a:extLst>
          </p:cNvPr>
          <p:cNvSpPr>
            <a:spLocks noGrp="1"/>
          </p:cNvSpPr>
          <p:nvPr>
            <p:ph type="title"/>
          </p:nvPr>
        </p:nvSpPr>
        <p:spPr>
          <a:xfrm>
            <a:off x="1309435" y="569326"/>
            <a:ext cx="16396395" cy="2066896"/>
          </a:xfrm>
        </p:spPr>
        <p:txBody>
          <a:bodyPr/>
          <a:lstStyle/>
          <a:p>
            <a:r>
              <a:rPr lang="en-IN" dirty="0"/>
              <a:t>   </a:t>
            </a:r>
          </a:p>
        </p:txBody>
      </p:sp>
      <p:sp>
        <p:nvSpPr>
          <p:cNvPr id="15" name="Text Placeholder 14">
            <a:extLst>
              <a:ext uri="{FF2B5EF4-FFF2-40B4-BE49-F238E27FC236}">
                <a16:creationId xmlns:a16="http://schemas.microsoft.com/office/drawing/2014/main" id="{BAE364F5-8CEB-FFA4-2665-2540348DAF13}"/>
              </a:ext>
            </a:extLst>
          </p:cNvPr>
          <p:cNvSpPr>
            <a:spLocks noGrp="1"/>
          </p:cNvSpPr>
          <p:nvPr>
            <p:ph type="body" idx="1"/>
          </p:nvPr>
        </p:nvSpPr>
        <p:spPr>
          <a:xfrm>
            <a:off x="662152" y="1548059"/>
            <a:ext cx="15355614" cy="827992"/>
          </a:xfrm>
        </p:spPr>
        <p:txBody>
          <a:bodyPr>
            <a:normAutofit fontScale="92500"/>
          </a:bodyPr>
          <a:lstStyle/>
          <a:p>
            <a:pPr algn="ctr"/>
            <a:r>
              <a:rPr lang="en-GB" dirty="0"/>
              <a:t>Objective 4 :- Which employees have attended more than one training session?</a:t>
            </a:r>
            <a:endParaRPr lang="en-IN" dirty="0"/>
          </a:p>
        </p:txBody>
      </p:sp>
      <p:sp>
        <p:nvSpPr>
          <p:cNvPr id="16" name="Text Placeholder 15">
            <a:extLst>
              <a:ext uri="{FF2B5EF4-FFF2-40B4-BE49-F238E27FC236}">
                <a16:creationId xmlns:a16="http://schemas.microsoft.com/office/drawing/2014/main" id="{3D9661DF-CFA0-D460-D690-EF9AC251D379}"/>
              </a:ext>
            </a:extLst>
          </p:cNvPr>
          <p:cNvSpPr>
            <a:spLocks noGrp="1"/>
          </p:cNvSpPr>
          <p:nvPr>
            <p:ph type="body" idx="2"/>
          </p:nvPr>
        </p:nvSpPr>
        <p:spPr>
          <a:xfrm>
            <a:off x="520260" y="2464859"/>
            <a:ext cx="16616857" cy="1592135"/>
          </a:xfrm>
        </p:spPr>
        <p:txBody>
          <a:bodyPr>
            <a:normAutofit/>
          </a:bodyPr>
          <a:lstStyle/>
          <a:p>
            <a:r>
              <a:rPr lang="en-IN" sz="2400" b="1" dirty="0"/>
              <a:t>Functions Used  : </a:t>
            </a:r>
            <a:r>
              <a:rPr lang="en-IN" sz="2400" dirty="0"/>
              <a:t>Count, AS , Group BY, Having</a:t>
            </a:r>
          </a:p>
          <a:p>
            <a:pPr algn="ctr"/>
            <a:r>
              <a:rPr lang="en-IN" sz="2400" b="1" dirty="0"/>
              <a:t> Overview :</a:t>
            </a:r>
            <a:r>
              <a:rPr lang="en-GB" sz="2400" dirty="0"/>
              <a:t>This Query will return a list no of </a:t>
            </a:r>
            <a:r>
              <a:rPr lang="en-GB" sz="2400" dirty="0" err="1"/>
              <a:t>employee_id</a:t>
            </a:r>
            <a:r>
              <a:rPr lang="en-GB" sz="2400" dirty="0"/>
              <a:t> for employees who have attended more than one training session , along with the count of session they attended</a:t>
            </a:r>
            <a:endParaRPr lang="en-IN" sz="2400" dirty="0"/>
          </a:p>
        </p:txBody>
      </p:sp>
      <p:sp>
        <p:nvSpPr>
          <p:cNvPr id="18" name="Text Placeholder 17">
            <a:extLst>
              <a:ext uri="{FF2B5EF4-FFF2-40B4-BE49-F238E27FC236}">
                <a16:creationId xmlns:a16="http://schemas.microsoft.com/office/drawing/2014/main" id="{6765BE23-D49B-2B7B-C92C-A1EBFDEC8644}"/>
              </a:ext>
            </a:extLst>
          </p:cNvPr>
          <p:cNvSpPr>
            <a:spLocks noGrp="1"/>
          </p:cNvSpPr>
          <p:nvPr>
            <p:ph type="body" idx="4"/>
          </p:nvPr>
        </p:nvSpPr>
        <p:spPr>
          <a:xfrm>
            <a:off x="409900" y="3896951"/>
            <a:ext cx="17544207" cy="2312026"/>
          </a:xfrm>
        </p:spPr>
        <p:txBody>
          <a:bodyPr>
            <a:normAutofit fontScale="85000" lnSpcReduction="20000"/>
          </a:bodyPr>
          <a:lstStyle/>
          <a:p>
            <a:pPr marL="114300" indent="0">
              <a:buNone/>
            </a:pPr>
            <a:r>
              <a:rPr lang="en-IN" sz="2800" b="1" dirty="0">
                <a:solidFill>
                  <a:schemeClr val="tx1"/>
                </a:solidFill>
                <a:latin typeface="Consolas" panose="020B0609020204030204" pitchFamily="49" charset="0"/>
              </a:rPr>
              <a:t>Code</a:t>
            </a:r>
            <a:r>
              <a:rPr lang="en-IN" dirty="0"/>
              <a:t> </a:t>
            </a:r>
          </a:p>
          <a:p>
            <a:pPr>
              <a:buFont typeface="Wingdings" panose="05000000000000000000" pitchFamily="2" charset="2"/>
              <a:buChar char="n"/>
            </a:pPr>
            <a:r>
              <a:rPr lang="en-GB" sz="2600" dirty="0">
                <a:solidFill>
                  <a:srgbClr val="0000FF"/>
                </a:solidFill>
                <a:latin typeface="Consolas" panose="020B0609020204030204" pitchFamily="49" charset="0"/>
              </a:rPr>
              <a:t>SELECT</a:t>
            </a:r>
            <a:r>
              <a:rPr lang="en-GB" sz="2600" dirty="0">
                <a:solidFill>
                  <a:srgbClr val="000000"/>
                </a:solidFill>
                <a:latin typeface="Consolas" panose="020B0609020204030204" pitchFamily="49" charset="0"/>
              </a:rPr>
              <a:t> </a:t>
            </a:r>
            <a:r>
              <a:rPr lang="en-GB" sz="2600" dirty="0" err="1">
                <a:solidFill>
                  <a:srgbClr val="000000"/>
                </a:solidFill>
                <a:latin typeface="Consolas" panose="020B0609020204030204" pitchFamily="49" charset="0"/>
              </a:rPr>
              <a:t>employee_id</a:t>
            </a:r>
            <a:r>
              <a:rPr lang="en-GB" sz="2600" dirty="0">
                <a:solidFill>
                  <a:srgbClr val="808080"/>
                </a:solidFill>
                <a:latin typeface="Consolas" panose="020B0609020204030204" pitchFamily="49" charset="0"/>
              </a:rPr>
              <a:t>,</a:t>
            </a:r>
            <a:r>
              <a:rPr lang="en-GB" sz="2600" dirty="0">
                <a:solidFill>
                  <a:srgbClr val="000000"/>
                </a:solidFill>
                <a:latin typeface="Consolas" panose="020B0609020204030204" pitchFamily="49" charset="0"/>
              </a:rPr>
              <a:t> </a:t>
            </a:r>
            <a:r>
              <a:rPr lang="en-GB" sz="2600" dirty="0">
                <a:solidFill>
                  <a:srgbClr val="FF00FF"/>
                </a:solidFill>
                <a:latin typeface="Consolas" panose="020B0609020204030204" pitchFamily="49" charset="0"/>
              </a:rPr>
              <a:t>COUNT</a:t>
            </a:r>
            <a:r>
              <a:rPr lang="en-GB" sz="2600" dirty="0">
                <a:solidFill>
                  <a:srgbClr val="808080"/>
                </a:solidFill>
                <a:latin typeface="Consolas" panose="020B0609020204030204" pitchFamily="49" charset="0"/>
              </a:rPr>
              <a:t>(</a:t>
            </a:r>
            <a:r>
              <a:rPr lang="en-GB" sz="2600" dirty="0" err="1">
                <a:solidFill>
                  <a:srgbClr val="000000"/>
                </a:solidFill>
                <a:latin typeface="Consolas" panose="020B0609020204030204" pitchFamily="49" charset="0"/>
              </a:rPr>
              <a:t>no_of_trainings</a:t>
            </a:r>
            <a:r>
              <a:rPr lang="en-GB" sz="2600" dirty="0">
                <a:solidFill>
                  <a:srgbClr val="808080"/>
                </a:solidFill>
                <a:latin typeface="Consolas" panose="020B0609020204030204" pitchFamily="49" charset="0"/>
              </a:rPr>
              <a:t>)</a:t>
            </a:r>
            <a:r>
              <a:rPr lang="en-GB" sz="2600" dirty="0">
                <a:solidFill>
                  <a:srgbClr val="000000"/>
                </a:solidFill>
                <a:latin typeface="Consolas" panose="020B0609020204030204" pitchFamily="49" charset="0"/>
              </a:rPr>
              <a:t> </a:t>
            </a:r>
            <a:r>
              <a:rPr lang="en-GB" sz="2600" dirty="0">
                <a:solidFill>
                  <a:srgbClr val="0000FF"/>
                </a:solidFill>
                <a:latin typeface="Consolas" panose="020B0609020204030204" pitchFamily="49" charset="0"/>
              </a:rPr>
              <a:t>AS</a:t>
            </a:r>
            <a:r>
              <a:rPr lang="en-GB" sz="2600" dirty="0">
                <a:solidFill>
                  <a:srgbClr val="000000"/>
                </a:solidFill>
                <a:latin typeface="Consolas" panose="020B0609020204030204" pitchFamily="49" charset="0"/>
              </a:rPr>
              <a:t> </a:t>
            </a:r>
            <a:r>
              <a:rPr lang="en-GB" sz="2600" dirty="0" err="1">
                <a:solidFill>
                  <a:srgbClr val="000000"/>
                </a:solidFill>
                <a:latin typeface="Consolas" panose="020B0609020204030204" pitchFamily="49" charset="0"/>
              </a:rPr>
              <a:t>session_count</a:t>
            </a:r>
            <a:r>
              <a:rPr lang="en-GB" sz="2600" dirty="0">
                <a:solidFill>
                  <a:srgbClr val="000000"/>
                </a:solidFill>
                <a:latin typeface="Consolas" panose="020B0609020204030204" pitchFamily="49" charset="0"/>
              </a:rPr>
              <a:t> </a:t>
            </a:r>
            <a:r>
              <a:rPr lang="en-GB" sz="2600" dirty="0">
                <a:solidFill>
                  <a:srgbClr val="0000FF"/>
                </a:solidFill>
                <a:latin typeface="Consolas" panose="020B0609020204030204" pitchFamily="49" charset="0"/>
              </a:rPr>
              <a:t>FROM</a:t>
            </a:r>
            <a:r>
              <a:rPr lang="en-GB" sz="2600" dirty="0">
                <a:solidFill>
                  <a:srgbClr val="000000"/>
                </a:solidFill>
                <a:latin typeface="Consolas" panose="020B0609020204030204" pitchFamily="49" charset="0"/>
              </a:rPr>
              <a:t> </a:t>
            </a:r>
            <a:r>
              <a:rPr lang="en-GB" sz="2600" dirty="0" err="1">
                <a:solidFill>
                  <a:srgbClr val="000000"/>
                </a:solidFill>
                <a:latin typeface="Consolas" panose="020B0609020204030204" pitchFamily="49" charset="0"/>
              </a:rPr>
              <a:t>himanshu</a:t>
            </a:r>
            <a:r>
              <a:rPr lang="en-GB" sz="2600" dirty="0">
                <a:solidFill>
                  <a:srgbClr val="000000"/>
                </a:solidFill>
                <a:latin typeface="Consolas" panose="020B0609020204030204" pitchFamily="49" charset="0"/>
              </a:rPr>
              <a:t> </a:t>
            </a:r>
            <a:r>
              <a:rPr lang="en-GB" sz="2600" dirty="0">
                <a:solidFill>
                  <a:srgbClr val="0000FF"/>
                </a:solidFill>
                <a:latin typeface="Consolas" panose="020B0609020204030204" pitchFamily="49" charset="0"/>
              </a:rPr>
              <a:t>GROUP</a:t>
            </a:r>
            <a:r>
              <a:rPr lang="en-GB" sz="2600" dirty="0">
                <a:solidFill>
                  <a:srgbClr val="000000"/>
                </a:solidFill>
                <a:latin typeface="Consolas" panose="020B0609020204030204" pitchFamily="49" charset="0"/>
              </a:rPr>
              <a:t> </a:t>
            </a:r>
            <a:r>
              <a:rPr lang="en-GB" sz="2600" dirty="0">
                <a:solidFill>
                  <a:srgbClr val="0000FF"/>
                </a:solidFill>
                <a:latin typeface="Consolas" panose="020B0609020204030204" pitchFamily="49" charset="0"/>
              </a:rPr>
              <a:t>BY</a:t>
            </a:r>
            <a:r>
              <a:rPr lang="en-GB" sz="2600" dirty="0">
                <a:solidFill>
                  <a:srgbClr val="000000"/>
                </a:solidFill>
                <a:latin typeface="Consolas" panose="020B0609020204030204" pitchFamily="49" charset="0"/>
              </a:rPr>
              <a:t> </a:t>
            </a:r>
            <a:r>
              <a:rPr lang="en-GB" sz="2600" dirty="0" err="1">
                <a:solidFill>
                  <a:srgbClr val="000000"/>
                </a:solidFill>
                <a:latin typeface="Consolas" panose="020B0609020204030204" pitchFamily="49" charset="0"/>
              </a:rPr>
              <a:t>employee_id</a:t>
            </a:r>
            <a:r>
              <a:rPr lang="en-GB" sz="2600" dirty="0">
                <a:solidFill>
                  <a:srgbClr val="000000"/>
                </a:solidFill>
                <a:latin typeface="Consolas" panose="020B0609020204030204" pitchFamily="49" charset="0"/>
              </a:rPr>
              <a:t> </a:t>
            </a:r>
            <a:r>
              <a:rPr lang="en-GB" sz="2600" dirty="0">
                <a:solidFill>
                  <a:srgbClr val="0000FF"/>
                </a:solidFill>
                <a:latin typeface="Consolas" panose="020B0609020204030204" pitchFamily="49" charset="0"/>
              </a:rPr>
              <a:t>HAVING</a:t>
            </a:r>
            <a:r>
              <a:rPr lang="en-GB" sz="2600" dirty="0">
                <a:solidFill>
                  <a:srgbClr val="000000"/>
                </a:solidFill>
                <a:latin typeface="Consolas" panose="020B0609020204030204" pitchFamily="49" charset="0"/>
              </a:rPr>
              <a:t> </a:t>
            </a:r>
            <a:r>
              <a:rPr lang="en-GB" sz="2600" dirty="0">
                <a:solidFill>
                  <a:srgbClr val="FF00FF"/>
                </a:solidFill>
                <a:latin typeface="Consolas" panose="020B0609020204030204" pitchFamily="49" charset="0"/>
              </a:rPr>
              <a:t>COUNT</a:t>
            </a:r>
            <a:r>
              <a:rPr lang="en-GB" sz="2600" dirty="0">
                <a:solidFill>
                  <a:srgbClr val="808080"/>
                </a:solidFill>
                <a:latin typeface="Consolas" panose="020B0609020204030204" pitchFamily="49" charset="0"/>
              </a:rPr>
              <a:t>(</a:t>
            </a:r>
            <a:r>
              <a:rPr lang="en-GB" sz="2600" dirty="0" err="1">
                <a:solidFill>
                  <a:srgbClr val="000000"/>
                </a:solidFill>
                <a:latin typeface="Consolas" panose="020B0609020204030204" pitchFamily="49" charset="0"/>
              </a:rPr>
              <a:t>no_of_trainings</a:t>
            </a:r>
            <a:r>
              <a:rPr lang="en-GB" sz="2600" dirty="0">
                <a:solidFill>
                  <a:srgbClr val="808080"/>
                </a:solidFill>
                <a:latin typeface="Consolas" panose="020B0609020204030204" pitchFamily="49" charset="0"/>
              </a:rPr>
              <a:t>)</a:t>
            </a:r>
            <a:r>
              <a:rPr lang="en-GB" sz="2600" dirty="0">
                <a:solidFill>
                  <a:srgbClr val="000000"/>
                </a:solidFill>
                <a:latin typeface="Consolas" panose="020B0609020204030204" pitchFamily="49" charset="0"/>
              </a:rPr>
              <a:t> </a:t>
            </a:r>
            <a:r>
              <a:rPr lang="en-GB" sz="2600" dirty="0">
                <a:solidFill>
                  <a:srgbClr val="808080"/>
                </a:solidFill>
                <a:latin typeface="Consolas" panose="020B0609020204030204" pitchFamily="49" charset="0"/>
              </a:rPr>
              <a:t>&gt;</a:t>
            </a:r>
            <a:r>
              <a:rPr lang="en-GB" sz="2600" dirty="0">
                <a:solidFill>
                  <a:srgbClr val="000000"/>
                </a:solidFill>
                <a:latin typeface="Consolas" panose="020B0609020204030204" pitchFamily="49" charset="0"/>
              </a:rPr>
              <a:t> 1</a:t>
            </a:r>
            <a:r>
              <a:rPr lang="en-GB" sz="2600" dirty="0">
                <a:solidFill>
                  <a:srgbClr val="808080"/>
                </a:solidFill>
                <a:latin typeface="Consolas" panose="020B0609020204030204" pitchFamily="49" charset="0"/>
              </a:rPr>
              <a:t>;</a:t>
            </a:r>
            <a:endParaRPr lang="en-GB" sz="2600" dirty="0">
              <a:solidFill>
                <a:srgbClr val="000000"/>
              </a:solidFill>
              <a:latin typeface="Consolas" panose="020B0609020204030204" pitchFamily="49" charset="0"/>
            </a:endParaRPr>
          </a:p>
          <a:p>
            <a:pPr marL="114300" indent="0">
              <a:buNone/>
            </a:pPr>
            <a:endParaRPr lang="en-IN" sz="2600" dirty="0">
              <a:solidFill>
                <a:srgbClr val="808080"/>
              </a:solidFill>
              <a:latin typeface="Consolas" panose="020B0609020204030204" pitchFamily="49" charset="0"/>
            </a:endParaRPr>
          </a:p>
          <a:p>
            <a:pPr marL="114300" indent="0">
              <a:buNone/>
            </a:pPr>
            <a:r>
              <a:rPr lang="en-IN" sz="2800" b="1" dirty="0">
                <a:solidFill>
                  <a:schemeClr val="tx1"/>
                </a:solidFill>
                <a:latin typeface="Consolas" panose="020B0609020204030204" pitchFamily="49" charset="0"/>
              </a:rPr>
              <a:t>Result :</a:t>
            </a:r>
            <a:endParaRPr lang="en-IN" sz="2800" b="1" dirty="0">
              <a:solidFill>
                <a:schemeClr val="tx1"/>
              </a:solidFill>
            </a:endParaRPr>
          </a:p>
        </p:txBody>
      </p:sp>
      <p:sp>
        <p:nvSpPr>
          <p:cNvPr id="4" name="Slide Number Placeholder 3">
            <a:extLst>
              <a:ext uri="{FF2B5EF4-FFF2-40B4-BE49-F238E27FC236}">
                <a16:creationId xmlns:a16="http://schemas.microsoft.com/office/drawing/2014/main" id="{061E45D0-8E44-4280-040C-D4A9D0AA67D7}"/>
              </a:ext>
            </a:extLst>
          </p:cNvPr>
          <p:cNvSpPr>
            <a:spLocks noGrp="1"/>
          </p:cNvSpPr>
          <p:nvPr>
            <p:ph type="sldNum" idx="12"/>
          </p:nvPr>
        </p:nvSpPr>
        <p:spPr>
          <a:xfrm>
            <a:off x="13426034" y="9911198"/>
            <a:ext cx="4277320" cy="569325"/>
          </a:xfrm>
        </p:spPr>
        <p:txBody>
          <a:bodyPr/>
          <a:lstStyle/>
          <a:p>
            <a:pPr lvl="0"/>
            <a:fld id="{00000000-1234-1234-1234-123412341234}" type="slidenum">
              <a:rPr lang="en-US" smtClean="0"/>
              <a:pPr lvl="0"/>
              <a:t>8</a:t>
            </a:fld>
            <a:endParaRPr lang="en-US"/>
          </a:p>
        </p:txBody>
      </p:sp>
      <p:grpSp>
        <p:nvGrpSpPr>
          <p:cNvPr id="9" name="Google Shape;142;p15">
            <a:extLst>
              <a:ext uri="{FF2B5EF4-FFF2-40B4-BE49-F238E27FC236}">
                <a16:creationId xmlns:a16="http://schemas.microsoft.com/office/drawing/2014/main" id="{57C3D0E5-638F-3328-3D3B-B6AF308E0194}"/>
              </a:ext>
            </a:extLst>
          </p:cNvPr>
          <p:cNvGrpSpPr/>
          <p:nvPr/>
        </p:nvGrpSpPr>
        <p:grpSpPr>
          <a:xfrm>
            <a:off x="234976" y="377997"/>
            <a:ext cx="15071695" cy="827992"/>
            <a:chOff x="-16184" y="8640158"/>
            <a:chExt cx="4045716" cy="439420"/>
          </a:xfrm>
        </p:grpSpPr>
        <p:sp>
          <p:nvSpPr>
            <p:cNvPr id="10" name="Google Shape;143;p15">
              <a:extLst>
                <a:ext uri="{FF2B5EF4-FFF2-40B4-BE49-F238E27FC236}">
                  <a16:creationId xmlns:a16="http://schemas.microsoft.com/office/drawing/2014/main" id="{4176DF82-FD19-14C1-795C-BE57970BF0AD}"/>
                </a:ext>
              </a:extLst>
            </p:cNvPr>
            <p:cNvSpPr/>
            <p:nvPr/>
          </p:nvSpPr>
          <p:spPr>
            <a:xfrm>
              <a:off x="-16184" y="8640158"/>
              <a:ext cx="3923363" cy="439420"/>
            </a:xfrm>
            <a:custGeom>
              <a:avLst/>
              <a:gdLst/>
              <a:ahLst/>
              <a:cxnLst/>
              <a:rect l="l" t="t" r="r" b="b"/>
              <a:pathLst>
                <a:path w="3844925" h="439420" extrusionOk="0">
                  <a:moveTo>
                    <a:pt x="0" y="439204"/>
                  </a:moveTo>
                  <a:lnTo>
                    <a:pt x="3844798" y="439204"/>
                  </a:lnTo>
                  <a:lnTo>
                    <a:pt x="3844798" y="0"/>
                  </a:lnTo>
                  <a:lnTo>
                    <a:pt x="0" y="0"/>
                  </a:lnTo>
                  <a:lnTo>
                    <a:pt x="0" y="439204"/>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457200" marR="0" lvl="1" indent="0" algn="ctr" rtl="0">
                <a:spcBef>
                  <a:spcPts val="0"/>
                </a:spcBef>
                <a:spcAft>
                  <a:spcPts val="0"/>
                </a:spcAft>
                <a:buNone/>
              </a:pPr>
              <a:r>
                <a:rPr lang="en-IN" sz="4800" b="0" i="0" u="none" strike="noStrike" cap="none" dirty="0">
                  <a:solidFill>
                    <a:schemeClr val="lt1"/>
                  </a:solidFill>
                  <a:latin typeface="Calibri"/>
                  <a:ea typeface="Calibri"/>
                  <a:cs typeface="Calibri"/>
                  <a:sym typeface="Calibri"/>
                </a:rPr>
                <a:t>Objectives</a:t>
              </a:r>
              <a:endParaRPr sz="4800" b="0" i="0" u="none" strike="noStrike" cap="none" dirty="0">
                <a:solidFill>
                  <a:schemeClr val="lt1"/>
                </a:solidFill>
                <a:latin typeface="Calibri"/>
                <a:ea typeface="Calibri"/>
                <a:cs typeface="Calibri"/>
                <a:sym typeface="Calibri"/>
              </a:endParaRPr>
            </a:p>
          </p:txBody>
        </p:sp>
        <p:sp>
          <p:nvSpPr>
            <p:cNvPr id="11" name="Google Shape;144;p15">
              <a:extLst>
                <a:ext uri="{FF2B5EF4-FFF2-40B4-BE49-F238E27FC236}">
                  <a16:creationId xmlns:a16="http://schemas.microsoft.com/office/drawing/2014/main" id="{7CFEBBCD-DFBB-645D-5087-A852A1987587}"/>
                </a:ext>
              </a:extLst>
            </p:cNvPr>
            <p:cNvSpPr/>
            <p:nvPr/>
          </p:nvSpPr>
          <p:spPr>
            <a:xfrm>
              <a:off x="3800173" y="8640158"/>
              <a:ext cx="229359" cy="439420"/>
            </a:xfrm>
            <a:custGeom>
              <a:avLst/>
              <a:gdLst/>
              <a:ahLst/>
              <a:cxnLst/>
              <a:rect l="l" t="t" r="r" b="b"/>
              <a:pathLst>
                <a:path w="439420" h="439420" extrusionOk="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pic>
        <p:nvPicPr>
          <p:cNvPr id="3" name="Picture 2">
            <a:extLst>
              <a:ext uri="{FF2B5EF4-FFF2-40B4-BE49-F238E27FC236}">
                <a16:creationId xmlns:a16="http://schemas.microsoft.com/office/drawing/2014/main" id="{9B94E106-9FA0-F6AA-2DB5-5BE5012BA483}"/>
              </a:ext>
            </a:extLst>
          </p:cNvPr>
          <p:cNvPicPr>
            <a:picLocks noChangeAspect="1"/>
          </p:cNvPicPr>
          <p:nvPr/>
        </p:nvPicPr>
        <p:blipFill>
          <a:blip r:embed="rId2"/>
          <a:stretch>
            <a:fillRect/>
          </a:stretch>
        </p:blipFill>
        <p:spPr>
          <a:xfrm>
            <a:off x="6204883" y="6251034"/>
            <a:ext cx="4699988" cy="4064369"/>
          </a:xfrm>
          <a:prstGeom prst="rect">
            <a:avLst/>
          </a:prstGeom>
          <a:ln w="228600" cap="sq" cmpd="thickThin">
            <a:solidFill>
              <a:srgbClr val="000000"/>
            </a:solidFill>
            <a:prstDash val="solid"/>
            <a:miter lim="800000"/>
          </a:ln>
          <a:effectLst>
            <a:innerShdw blurRad="76200">
              <a:srgbClr val="000000"/>
            </a:innerShdw>
          </a:effectLst>
        </p:spPr>
      </p:pic>
      <p:pic>
        <p:nvPicPr>
          <p:cNvPr id="5" name="Picture 4">
            <a:extLst>
              <a:ext uri="{FF2B5EF4-FFF2-40B4-BE49-F238E27FC236}">
                <a16:creationId xmlns:a16="http://schemas.microsoft.com/office/drawing/2014/main" id="{6A007CD1-9FBE-E8AF-0B31-842E0C64AF5D}"/>
              </a:ext>
            </a:extLst>
          </p:cNvPr>
          <p:cNvPicPr>
            <a:picLocks noChangeAspect="1"/>
          </p:cNvPicPr>
          <p:nvPr/>
        </p:nvPicPr>
        <p:blipFill>
          <a:blip r:embed="rId3"/>
          <a:stretch>
            <a:fillRect/>
          </a:stretch>
        </p:blipFill>
        <p:spPr>
          <a:xfrm>
            <a:off x="6293677" y="6251034"/>
            <a:ext cx="4699988" cy="4064369"/>
          </a:xfrm>
          <a:prstGeom prst="rect">
            <a:avLst/>
          </a:prstGeom>
        </p:spPr>
      </p:pic>
      <p:pic>
        <p:nvPicPr>
          <p:cNvPr id="6" name="Picture 5">
            <a:extLst>
              <a:ext uri="{FF2B5EF4-FFF2-40B4-BE49-F238E27FC236}">
                <a16:creationId xmlns:a16="http://schemas.microsoft.com/office/drawing/2014/main" id="{6DEEB6A3-7616-9072-E876-7F5E51706903}"/>
              </a:ext>
            </a:extLst>
          </p:cNvPr>
          <p:cNvPicPr>
            <a:picLocks noChangeAspect="1"/>
          </p:cNvPicPr>
          <p:nvPr/>
        </p:nvPicPr>
        <p:blipFill>
          <a:blip r:embed="rId4"/>
          <a:stretch>
            <a:fillRect/>
          </a:stretch>
        </p:blipFill>
        <p:spPr>
          <a:xfrm>
            <a:off x="6022428" y="6208977"/>
            <a:ext cx="4971237" cy="4144277"/>
          </a:xfrm>
          <a:prstGeom prst="rect">
            <a:avLst/>
          </a:prstGeom>
        </p:spPr>
      </p:pic>
    </p:spTree>
    <p:extLst>
      <p:ext uri="{BB962C8B-B14F-4D97-AF65-F5344CB8AC3E}">
        <p14:creationId xmlns:p14="http://schemas.microsoft.com/office/powerpoint/2010/main" val="25481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3C0EA700-FF99-577E-8CE0-6A232202B6A4}"/>
              </a:ext>
            </a:extLst>
          </p:cNvPr>
          <p:cNvSpPr>
            <a:spLocks noGrp="1"/>
          </p:cNvSpPr>
          <p:nvPr>
            <p:ph type="title"/>
          </p:nvPr>
        </p:nvSpPr>
        <p:spPr>
          <a:xfrm>
            <a:off x="1309435" y="569326"/>
            <a:ext cx="16396395" cy="2066896"/>
          </a:xfrm>
        </p:spPr>
        <p:txBody>
          <a:bodyPr/>
          <a:lstStyle/>
          <a:p>
            <a:r>
              <a:rPr lang="en-IN" dirty="0"/>
              <a:t>   </a:t>
            </a:r>
          </a:p>
        </p:txBody>
      </p:sp>
      <p:sp>
        <p:nvSpPr>
          <p:cNvPr id="15" name="Text Placeholder 14">
            <a:extLst>
              <a:ext uri="{FF2B5EF4-FFF2-40B4-BE49-F238E27FC236}">
                <a16:creationId xmlns:a16="http://schemas.microsoft.com/office/drawing/2014/main" id="{BAE364F5-8CEB-FFA4-2665-2540348DAF13}"/>
              </a:ext>
            </a:extLst>
          </p:cNvPr>
          <p:cNvSpPr>
            <a:spLocks noGrp="1"/>
          </p:cNvSpPr>
          <p:nvPr>
            <p:ph type="body" idx="1"/>
          </p:nvPr>
        </p:nvSpPr>
        <p:spPr>
          <a:xfrm>
            <a:off x="662152" y="1548059"/>
            <a:ext cx="15355614" cy="827992"/>
          </a:xfrm>
        </p:spPr>
        <p:txBody>
          <a:bodyPr>
            <a:normAutofit fontScale="70000" lnSpcReduction="20000"/>
          </a:bodyPr>
          <a:lstStyle/>
          <a:p>
            <a:pPr algn="ctr"/>
            <a:r>
              <a:rPr lang="en-GB" sz="4500" dirty="0"/>
              <a:t>Objective 5 :- Find Employees with the Highest Previous Year Ratings in each Department</a:t>
            </a:r>
            <a:r>
              <a:rPr lang="en-GB" dirty="0"/>
              <a:t>?</a:t>
            </a:r>
            <a:endParaRPr lang="en-IN" dirty="0"/>
          </a:p>
        </p:txBody>
      </p:sp>
      <p:sp>
        <p:nvSpPr>
          <p:cNvPr id="16" name="Text Placeholder 15">
            <a:extLst>
              <a:ext uri="{FF2B5EF4-FFF2-40B4-BE49-F238E27FC236}">
                <a16:creationId xmlns:a16="http://schemas.microsoft.com/office/drawing/2014/main" id="{3D9661DF-CFA0-D460-D690-EF9AC251D379}"/>
              </a:ext>
            </a:extLst>
          </p:cNvPr>
          <p:cNvSpPr>
            <a:spLocks noGrp="1"/>
          </p:cNvSpPr>
          <p:nvPr>
            <p:ph type="body" idx="2"/>
          </p:nvPr>
        </p:nvSpPr>
        <p:spPr>
          <a:xfrm>
            <a:off x="520260" y="2464859"/>
            <a:ext cx="16616857" cy="1592135"/>
          </a:xfrm>
        </p:spPr>
        <p:txBody>
          <a:bodyPr>
            <a:normAutofit fontScale="92500" lnSpcReduction="10000"/>
          </a:bodyPr>
          <a:lstStyle/>
          <a:p>
            <a:pPr>
              <a:lnSpc>
                <a:spcPct val="110000"/>
              </a:lnSpc>
            </a:pPr>
            <a:r>
              <a:rPr lang="en-IN" sz="2400" b="1" dirty="0"/>
              <a:t>Functions Used  : </a:t>
            </a:r>
            <a:r>
              <a:rPr lang="en-IN" sz="2400" dirty="0"/>
              <a:t>Count, AS , Group BY, MAX</a:t>
            </a:r>
          </a:p>
          <a:p>
            <a:pPr algn="ctr">
              <a:lnSpc>
                <a:spcPct val="110000"/>
              </a:lnSpc>
            </a:pPr>
            <a:r>
              <a:rPr lang="en-IN" sz="2400" b="1" dirty="0"/>
              <a:t> Overview :</a:t>
            </a:r>
            <a:r>
              <a:rPr lang="en-GB" sz="2400" dirty="0"/>
              <a:t>This query will return a table where each row represents a department and includes the maximum rating from the previous year for that department.</a:t>
            </a:r>
            <a:endParaRPr lang="en-IN" sz="2400" dirty="0"/>
          </a:p>
        </p:txBody>
      </p:sp>
      <p:sp>
        <p:nvSpPr>
          <p:cNvPr id="18" name="Text Placeholder 17">
            <a:extLst>
              <a:ext uri="{FF2B5EF4-FFF2-40B4-BE49-F238E27FC236}">
                <a16:creationId xmlns:a16="http://schemas.microsoft.com/office/drawing/2014/main" id="{6765BE23-D49B-2B7B-C92C-A1EBFDEC8644}"/>
              </a:ext>
            </a:extLst>
          </p:cNvPr>
          <p:cNvSpPr>
            <a:spLocks noGrp="1"/>
          </p:cNvSpPr>
          <p:nvPr>
            <p:ph type="body" idx="4"/>
          </p:nvPr>
        </p:nvSpPr>
        <p:spPr>
          <a:xfrm>
            <a:off x="409900" y="3896951"/>
            <a:ext cx="17544207" cy="2312026"/>
          </a:xfrm>
        </p:spPr>
        <p:txBody>
          <a:bodyPr>
            <a:normAutofit lnSpcReduction="10000"/>
          </a:bodyPr>
          <a:lstStyle/>
          <a:p>
            <a:pPr marL="114300" indent="0">
              <a:buNone/>
            </a:pPr>
            <a:r>
              <a:rPr lang="en-IN" sz="2800" b="1" dirty="0">
                <a:solidFill>
                  <a:schemeClr val="tx1"/>
                </a:solidFill>
                <a:latin typeface="Consolas" panose="020B0609020204030204" pitchFamily="49" charset="0"/>
              </a:rPr>
              <a:t>Code</a:t>
            </a:r>
            <a:r>
              <a:rPr lang="en-IN" dirty="0"/>
              <a:t> :</a:t>
            </a:r>
          </a:p>
          <a:p>
            <a:pPr>
              <a:buFont typeface="Wingdings" panose="05000000000000000000" pitchFamily="2" charset="2"/>
              <a:buChar char="n"/>
            </a:pPr>
            <a:r>
              <a:rPr lang="en-GB" sz="2800" dirty="0">
                <a:solidFill>
                  <a:srgbClr val="0000FF"/>
                </a:solidFill>
                <a:latin typeface="Consolas" panose="020B0609020204030204" pitchFamily="49" charset="0"/>
              </a:rPr>
              <a:t>SELECT</a:t>
            </a:r>
            <a:r>
              <a:rPr lang="en-GB" sz="2800" dirty="0">
                <a:solidFill>
                  <a:srgbClr val="000000"/>
                </a:solidFill>
                <a:latin typeface="Consolas" panose="020B0609020204030204" pitchFamily="49" charset="0"/>
              </a:rPr>
              <a:t> department</a:t>
            </a:r>
            <a:r>
              <a:rPr lang="en-GB" sz="2800" dirty="0">
                <a:solidFill>
                  <a:srgbClr val="808080"/>
                </a:solidFill>
                <a:latin typeface="Consolas" panose="020B0609020204030204" pitchFamily="49" charset="0"/>
              </a:rPr>
              <a:t>,</a:t>
            </a:r>
            <a:r>
              <a:rPr lang="en-GB" sz="2800" dirty="0">
                <a:solidFill>
                  <a:srgbClr val="000000"/>
                </a:solidFill>
                <a:latin typeface="Consolas" panose="020B0609020204030204" pitchFamily="49" charset="0"/>
              </a:rPr>
              <a:t> </a:t>
            </a:r>
            <a:r>
              <a:rPr lang="en-GB" sz="2800" dirty="0">
                <a:solidFill>
                  <a:srgbClr val="FF00FF"/>
                </a:solidFill>
                <a:latin typeface="Consolas" panose="020B0609020204030204" pitchFamily="49" charset="0"/>
              </a:rPr>
              <a:t>MAX</a:t>
            </a:r>
            <a:r>
              <a:rPr lang="en-GB" sz="2800" dirty="0">
                <a:solidFill>
                  <a:srgbClr val="808080"/>
                </a:solidFill>
                <a:latin typeface="Consolas" panose="020B0609020204030204" pitchFamily="49" charset="0"/>
              </a:rPr>
              <a:t>(</a:t>
            </a:r>
            <a:r>
              <a:rPr lang="en-GB" sz="2800" dirty="0" err="1">
                <a:solidFill>
                  <a:srgbClr val="000000"/>
                </a:solidFill>
                <a:latin typeface="Consolas" panose="020B0609020204030204" pitchFamily="49" charset="0"/>
              </a:rPr>
              <a:t>previous_year_rating</a:t>
            </a:r>
            <a:r>
              <a:rPr lang="en-GB" sz="2800" dirty="0">
                <a:solidFill>
                  <a:srgbClr val="808080"/>
                </a:solidFill>
                <a:latin typeface="Consolas" panose="020B0609020204030204" pitchFamily="49" charset="0"/>
              </a:rPr>
              <a:t>)</a:t>
            </a:r>
            <a:r>
              <a:rPr lang="en-GB" sz="2800" dirty="0">
                <a:solidFill>
                  <a:srgbClr val="000000"/>
                </a:solidFill>
                <a:latin typeface="Consolas" panose="020B0609020204030204" pitchFamily="49" charset="0"/>
              </a:rPr>
              <a:t> </a:t>
            </a:r>
            <a:r>
              <a:rPr lang="en-GB" sz="2800" dirty="0">
                <a:solidFill>
                  <a:srgbClr val="0000FF"/>
                </a:solidFill>
                <a:latin typeface="Consolas" panose="020B0609020204030204" pitchFamily="49" charset="0"/>
              </a:rPr>
              <a:t>AS</a:t>
            </a:r>
            <a:r>
              <a:rPr lang="en-GB" sz="2800" dirty="0">
                <a:solidFill>
                  <a:srgbClr val="000000"/>
                </a:solidFill>
                <a:latin typeface="Consolas" panose="020B0609020204030204" pitchFamily="49" charset="0"/>
              </a:rPr>
              <a:t> </a:t>
            </a:r>
            <a:r>
              <a:rPr lang="en-GB" sz="2800" dirty="0" err="1">
                <a:solidFill>
                  <a:srgbClr val="000000"/>
                </a:solidFill>
                <a:latin typeface="Consolas" panose="020B0609020204030204" pitchFamily="49" charset="0"/>
              </a:rPr>
              <a:t>max_rating</a:t>
            </a:r>
            <a:r>
              <a:rPr lang="en-GB" sz="2800" dirty="0">
                <a:solidFill>
                  <a:srgbClr val="000000"/>
                </a:solidFill>
                <a:latin typeface="Consolas" panose="020B0609020204030204" pitchFamily="49" charset="0"/>
              </a:rPr>
              <a:t> </a:t>
            </a:r>
            <a:r>
              <a:rPr lang="en-GB" sz="2800" dirty="0">
                <a:solidFill>
                  <a:srgbClr val="0000FF"/>
                </a:solidFill>
                <a:latin typeface="Consolas" panose="020B0609020204030204" pitchFamily="49" charset="0"/>
              </a:rPr>
              <a:t>FROM</a:t>
            </a:r>
            <a:r>
              <a:rPr lang="en-GB" sz="2800" dirty="0">
                <a:solidFill>
                  <a:srgbClr val="000000"/>
                </a:solidFill>
                <a:latin typeface="Consolas" panose="020B0609020204030204" pitchFamily="49" charset="0"/>
              </a:rPr>
              <a:t> Himanshu </a:t>
            </a:r>
            <a:r>
              <a:rPr lang="en-GB" sz="2800" dirty="0">
                <a:solidFill>
                  <a:srgbClr val="0000FF"/>
                </a:solidFill>
                <a:latin typeface="Consolas" panose="020B0609020204030204" pitchFamily="49" charset="0"/>
              </a:rPr>
              <a:t>GROUP</a:t>
            </a:r>
            <a:r>
              <a:rPr lang="en-GB" sz="2800" dirty="0">
                <a:solidFill>
                  <a:srgbClr val="000000"/>
                </a:solidFill>
                <a:latin typeface="Consolas" panose="020B0609020204030204" pitchFamily="49" charset="0"/>
              </a:rPr>
              <a:t> </a:t>
            </a:r>
            <a:r>
              <a:rPr lang="en-GB" sz="2800" dirty="0">
                <a:solidFill>
                  <a:srgbClr val="0000FF"/>
                </a:solidFill>
                <a:latin typeface="Consolas" panose="020B0609020204030204" pitchFamily="49" charset="0"/>
              </a:rPr>
              <a:t>BY</a:t>
            </a:r>
            <a:r>
              <a:rPr lang="en-GB" sz="2800" dirty="0">
                <a:solidFill>
                  <a:srgbClr val="000000"/>
                </a:solidFill>
                <a:latin typeface="Consolas" panose="020B0609020204030204" pitchFamily="49" charset="0"/>
              </a:rPr>
              <a:t> department</a:t>
            </a:r>
            <a:r>
              <a:rPr lang="en-GB" sz="1800" dirty="0">
                <a:solidFill>
                  <a:srgbClr val="808080"/>
                </a:solidFill>
                <a:latin typeface="Consolas" panose="020B0609020204030204" pitchFamily="49" charset="0"/>
              </a:rPr>
              <a:t>;</a:t>
            </a:r>
            <a:endParaRPr lang="en-IN" sz="2600" dirty="0">
              <a:solidFill>
                <a:srgbClr val="808080"/>
              </a:solidFill>
              <a:latin typeface="Consolas" panose="020B0609020204030204" pitchFamily="49" charset="0"/>
            </a:endParaRPr>
          </a:p>
          <a:p>
            <a:pPr marL="114300" indent="0">
              <a:buNone/>
            </a:pPr>
            <a:r>
              <a:rPr lang="en-IN" sz="2800" b="1" dirty="0">
                <a:solidFill>
                  <a:schemeClr val="tx1"/>
                </a:solidFill>
                <a:latin typeface="Consolas" panose="020B0609020204030204" pitchFamily="49" charset="0"/>
              </a:rPr>
              <a:t>Result :</a:t>
            </a:r>
            <a:endParaRPr lang="en-IN" sz="2800" b="1" dirty="0">
              <a:solidFill>
                <a:schemeClr val="tx1"/>
              </a:solidFill>
            </a:endParaRPr>
          </a:p>
        </p:txBody>
      </p:sp>
      <p:sp>
        <p:nvSpPr>
          <p:cNvPr id="4" name="Slide Number Placeholder 3">
            <a:extLst>
              <a:ext uri="{FF2B5EF4-FFF2-40B4-BE49-F238E27FC236}">
                <a16:creationId xmlns:a16="http://schemas.microsoft.com/office/drawing/2014/main" id="{061E45D0-8E44-4280-040C-D4A9D0AA67D7}"/>
              </a:ext>
            </a:extLst>
          </p:cNvPr>
          <p:cNvSpPr>
            <a:spLocks noGrp="1"/>
          </p:cNvSpPr>
          <p:nvPr>
            <p:ph type="sldNum" idx="12"/>
          </p:nvPr>
        </p:nvSpPr>
        <p:spPr>
          <a:xfrm>
            <a:off x="13426034" y="9911198"/>
            <a:ext cx="4277320" cy="569325"/>
          </a:xfrm>
        </p:spPr>
        <p:txBody>
          <a:bodyPr/>
          <a:lstStyle/>
          <a:p>
            <a:pPr lvl="0"/>
            <a:fld id="{00000000-1234-1234-1234-123412341234}" type="slidenum">
              <a:rPr lang="en-US" smtClean="0"/>
              <a:pPr lvl="0"/>
              <a:t>9</a:t>
            </a:fld>
            <a:endParaRPr lang="en-US"/>
          </a:p>
        </p:txBody>
      </p:sp>
      <p:grpSp>
        <p:nvGrpSpPr>
          <p:cNvPr id="9" name="Google Shape;142;p15">
            <a:extLst>
              <a:ext uri="{FF2B5EF4-FFF2-40B4-BE49-F238E27FC236}">
                <a16:creationId xmlns:a16="http://schemas.microsoft.com/office/drawing/2014/main" id="{57C3D0E5-638F-3328-3D3B-B6AF308E0194}"/>
              </a:ext>
            </a:extLst>
          </p:cNvPr>
          <p:cNvGrpSpPr/>
          <p:nvPr/>
        </p:nvGrpSpPr>
        <p:grpSpPr>
          <a:xfrm>
            <a:off x="234976" y="377997"/>
            <a:ext cx="15071695" cy="827992"/>
            <a:chOff x="-16184" y="8640158"/>
            <a:chExt cx="4045716" cy="439420"/>
          </a:xfrm>
        </p:grpSpPr>
        <p:sp>
          <p:nvSpPr>
            <p:cNvPr id="10" name="Google Shape;143;p15">
              <a:extLst>
                <a:ext uri="{FF2B5EF4-FFF2-40B4-BE49-F238E27FC236}">
                  <a16:creationId xmlns:a16="http://schemas.microsoft.com/office/drawing/2014/main" id="{4176DF82-FD19-14C1-795C-BE57970BF0AD}"/>
                </a:ext>
              </a:extLst>
            </p:cNvPr>
            <p:cNvSpPr/>
            <p:nvPr/>
          </p:nvSpPr>
          <p:spPr>
            <a:xfrm>
              <a:off x="-16184" y="8640158"/>
              <a:ext cx="3923363" cy="439420"/>
            </a:xfrm>
            <a:custGeom>
              <a:avLst/>
              <a:gdLst/>
              <a:ahLst/>
              <a:cxnLst/>
              <a:rect l="l" t="t" r="r" b="b"/>
              <a:pathLst>
                <a:path w="3844925" h="439420" extrusionOk="0">
                  <a:moveTo>
                    <a:pt x="0" y="439204"/>
                  </a:moveTo>
                  <a:lnTo>
                    <a:pt x="3844798" y="439204"/>
                  </a:lnTo>
                  <a:lnTo>
                    <a:pt x="3844798" y="0"/>
                  </a:lnTo>
                  <a:lnTo>
                    <a:pt x="0" y="0"/>
                  </a:lnTo>
                  <a:lnTo>
                    <a:pt x="0" y="439204"/>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457200" marR="0" lvl="1" indent="0" algn="ctr" rtl="0">
                <a:spcBef>
                  <a:spcPts val="0"/>
                </a:spcBef>
                <a:spcAft>
                  <a:spcPts val="0"/>
                </a:spcAft>
                <a:buNone/>
              </a:pPr>
              <a:r>
                <a:rPr lang="en-IN" sz="4800" b="0" i="0" u="none" strike="noStrike" cap="none" dirty="0">
                  <a:solidFill>
                    <a:schemeClr val="lt1"/>
                  </a:solidFill>
                  <a:latin typeface="Calibri"/>
                  <a:ea typeface="Calibri"/>
                  <a:cs typeface="Calibri"/>
                  <a:sym typeface="Calibri"/>
                </a:rPr>
                <a:t>Objectives</a:t>
              </a:r>
              <a:endParaRPr sz="4800" b="0" i="0" u="none" strike="noStrike" cap="none" dirty="0">
                <a:solidFill>
                  <a:schemeClr val="lt1"/>
                </a:solidFill>
                <a:latin typeface="Calibri"/>
                <a:ea typeface="Calibri"/>
                <a:cs typeface="Calibri"/>
                <a:sym typeface="Calibri"/>
              </a:endParaRPr>
            </a:p>
          </p:txBody>
        </p:sp>
        <p:sp>
          <p:nvSpPr>
            <p:cNvPr id="11" name="Google Shape;144;p15">
              <a:extLst>
                <a:ext uri="{FF2B5EF4-FFF2-40B4-BE49-F238E27FC236}">
                  <a16:creationId xmlns:a16="http://schemas.microsoft.com/office/drawing/2014/main" id="{7CFEBBCD-DFBB-645D-5087-A852A1987587}"/>
                </a:ext>
              </a:extLst>
            </p:cNvPr>
            <p:cNvSpPr/>
            <p:nvPr/>
          </p:nvSpPr>
          <p:spPr>
            <a:xfrm>
              <a:off x="3800173" y="8640158"/>
              <a:ext cx="229359" cy="439420"/>
            </a:xfrm>
            <a:custGeom>
              <a:avLst/>
              <a:gdLst/>
              <a:ahLst/>
              <a:cxnLst/>
              <a:rect l="l" t="t" r="r" b="b"/>
              <a:pathLst>
                <a:path w="439420" h="439420" extrusionOk="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pic>
        <p:nvPicPr>
          <p:cNvPr id="3" name="Picture 2">
            <a:extLst>
              <a:ext uri="{FF2B5EF4-FFF2-40B4-BE49-F238E27FC236}">
                <a16:creationId xmlns:a16="http://schemas.microsoft.com/office/drawing/2014/main" id="{9B94E106-9FA0-F6AA-2DB5-5BE5012BA483}"/>
              </a:ext>
            </a:extLst>
          </p:cNvPr>
          <p:cNvPicPr>
            <a:picLocks noChangeAspect="1"/>
          </p:cNvPicPr>
          <p:nvPr/>
        </p:nvPicPr>
        <p:blipFill>
          <a:blip r:embed="rId2"/>
          <a:stretch>
            <a:fillRect/>
          </a:stretch>
        </p:blipFill>
        <p:spPr>
          <a:xfrm>
            <a:off x="6204883" y="6251034"/>
            <a:ext cx="4699988" cy="4064369"/>
          </a:xfrm>
          <a:prstGeom prst="rect">
            <a:avLst/>
          </a:prstGeom>
          <a:ln w="228600" cap="sq" cmpd="thickThin">
            <a:solidFill>
              <a:srgbClr val="000000"/>
            </a:solidFill>
            <a:prstDash val="solid"/>
            <a:miter lim="800000"/>
          </a:ln>
          <a:effectLst>
            <a:innerShdw blurRad="76200">
              <a:srgbClr val="000000"/>
            </a:innerShdw>
          </a:effectLst>
        </p:spPr>
      </p:pic>
      <p:pic>
        <p:nvPicPr>
          <p:cNvPr id="5" name="Picture 4">
            <a:extLst>
              <a:ext uri="{FF2B5EF4-FFF2-40B4-BE49-F238E27FC236}">
                <a16:creationId xmlns:a16="http://schemas.microsoft.com/office/drawing/2014/main" id="{6A007CD1-9FBE-E8AF-0B31-842E0C64AF5D}"/>
              </a:ext>
            </a:extLst>
          </p:cNvPr>
          <p:cNvPicPr>
            <a:picLocks noChangeAspect="1"/>
          </p:cNvPicPr>
          <p:nvPr/>
        </p:nvPicPr>
        <p:blipFill>
          <a:blip r:embed="rId3"/>
          <a:stretch>
            <a:fillRect/>
          </a:stretch>
        </p:blipFill>
        <p:spPr>
          <a:xfrm>
            <a:off x="6293677" y="6251034"/>
            <a:ext cx="4699988" cy="4064369"/>
          </a:xfrm>
          <a:prstGeom prst="rect">
            <a:avLst/>
          </a:prstGeom>
        </p:spPr>
      </p:pic>
      <p:pic>
        <p:nvPicPr>
          <p:cNvPr id="6" name="Picture 5">
            <a:extLst>
              <a:ext uri="{FF2B5EF4-FFF2-40B4-BE49-F238E27FC236}">
                <a16:creationId xmlns:a16="http://schemas.microsoft.com/office/drawing/2014/main" id="{6DEEB6A3-7616-9072-E876-7F5E51706903}"/>
              </a:ext>
            </a:extLst>
          </p:cNvPr>
          <p:cNvPicPr>
            <a:picLocks noChangeAspect="1"/>
          </p:cNvPicPr>
          <p:nvPr/>
        </p:nvPicPr>
        <p:blipFill>
          <a:blip r:embed="rId4"/>
          <a:stretch>
            <a:fillRect/>
          </a:stretch>
        </p:blipFill>
        <p:spPr>
          <a:xfrm>
            <a:off x="6022428" y="6208977"/>
            <a:ext cx="4971237" cy="4144277"/>
          </a:xfrm>
          <a:prstGeom prst="rect">
            <a:avLst/>
          </a:prstGeom>
        </p:spPr>
      </p:pic>
      <p:pic>
        <p:nvPicPr>
          <p:cNvPr id="7" name="Picture 6">
            <a:extLst>
              <a:ext uri="{FF2B5EF4-FFF2-40B4-BE49-F238E27FC236}">
                <a16:creationId xmlns:a16="http://schemas.microsoft.com/office/drawing/2014/main" id="{4FBA70D0-C4B1-AF5B-DE4F-873566E0BB05}"/>
              </a:ext>
            </a:extLst>
          </p:cNvPr>
          <p:cNvPicPr>
            <a:picLocks noChangeAspect="1"/>
          </p:cNvPicPr>
          <p:nvPr/>
        </p:nvPicPr>
        <p:blipFill>
          <a:blip r:embed="rId5"/>
          <a:stretch>
            <a:fillRect/>
          </a:stretch>
        </p:blipFill>
        <p:spPr>
          <a:xfrm>
            <a:off x="6113608" y="6190865"/>
            <a:ext cx="4882537" cy="4106426"/>
          </a:xfrm>
          <a:prstGeom prst="rect">
            <a:avLst/>
          </a:prstGeom>
        </p:spPr>
      </p:pic>
    </p:spTree>
    <p:extLst>
      <p:ext uri="{BB962C8B-B14F-4D97-AF65-F5344CB8AC3E}">
        <p14:creationId xmlns:p14="http://schemas.microsoft.com/office/powerpoint/2010/main" val="30393486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3C0EA700-FF99-577E-8CE0-6A232202B6A4}"/>
              </a:ext>
            </a:extLst>
          </p:cNvPr>
          <p:cNvSpPr>
            <a:spLocks noGrp="1"/>
          </p:cNvSpPr>
          <p:nvPr>
            <p:ph type="title"/>
          </p:nvPr>
        </p:nvSpPr>
        <p:spPr>
          <a:xfrm>
            <a:off x="1309435" y="569326"/>
            <a:ext cx="16396395" cy="2066896"/>
          </a:xfrm>
        </p:spPr>
        <p:txBody>
          <a:bodyPr/>
          <a:lstStyle/>
          <a:p>
            <a:r>
              <a:rPr lang="en-IN" dirty="0"/>
              <a:t>   </a:t>
            </a:r>
          </a:p>
        </p:txBody>
      </p:sp>
      <p:sp>
        <p:nvSpPr>
          <p:cNvPr id="15" name="Text Placeholder 14">
            <a:extLst>
              <a:ext uri="{FF2B5EF4-FFF2-40B4-BE49-F238E27FC236}">
                <a16:creationId xmlns:a16="http://schemas.microsoft.com/office/drawing/2014/main" id="{BAE364F5-8CEB-FFA4-2665-2540348DAF13}"/>
              </a:ext>
            </a:extLst>
          </p:cNvPr>
          <p:cNvSpPr>
            <a:spLocks noGrp="1"/>
          </p:cNvSpPr>
          <p:nvPr>
            <p:ph type="body" idx="1"/>
          </p:nvPr>
        </p:nvSpPr>
        <p:spPr>
          <a:xfrm>
            <a:off x="662152" y="1548059"/>
            <a:ext cx="15355614" cy="827992"/>
          </a:xfrm>
        </p:spPr>
        <p:txBody>
          <a:bodyPr>
            <a:normAutofit fontScale="85000" lnSpcReduction="10000"/>
          </a:bodyPr>
          <a:lstStyle/>
          <a:p>
            <a:pPr algn="ctr"/>
            <a:r>
              <a:rPr lang="en-GB" sz="4500" dirty="0"/>
              <a:t>Objective 6 :- List Employees Who Have Met KPIs &gt;80% and Won Awards:</a:t>
            </a:r>
            <a:endParaRPr lang="en-IN" dirty="0"/>
          </a:p>
        </p:txBody>
      </p:sp>
      <p:sp>
        <p:nvSpPr>
          <p:cNvPr id="16" name="Text Placeholder 15">
            <a:extLst>
              <a:ext uri="{FF2B5EF4-FFF2-40B4-BE49-F238E27FC236}">
                <a16:creationId xmlns:a16="http://schemas.microsoft.com/office/drawing/2014/main" id="{3D9661DF-CFA0-D460-D690-EF9AC251D379}"/>
              </a:ext>
            </a:extLst>
          </p:cNvPr>
          <p:cNvSpPr>
            <a:spLocks noGrp="1"/>
          </p:cNvSpPr>
          <p:nvPr>
            <p:ph type="body" idx="2"/>
          </p:nvPr>
        </p:nvSpPr>
        <p:spPr>
          <a:xfrm>
            <a:off x="520260" y="2464859"/>
            <a:ext cx="16616857" cy="1592135"/>
          </a:xfrm>
        </p:spPr>
        <p:txBody>
          <a:bodyPr>
            <a:normAutofit/>
          </a:bodyPr>
          <a:lstStyle/>
          <a:p>
            <a:pPr>
              <a:lnSpc>
                <a:spcPct val="110000"/>
              </a:lnSpc>
            </a:pPr>
            <a:r>
              <a:rPr lang="en-IN" sz="2400" b="1" dirty="0"/>
              <a:t>Functions Used  : </a:t>
            </a:r>
            <a:r>
              <a:rPr lang="en-IN" sz="2400" dirty="0"/>
              <a:t>AND, Where</a:t>
            </a:r>
          </a:p>
          <a:p>
            <a:pPr algn="ctr">
              <a:lnSpc>
                <a:spcPct val="110000"/>
              </a:lnSpc>
            </a:pPr>
            <a:r>
              <a:rPr lang="en-IN" sz="2400" b="1" dirty="0"/>
              <a:t> Overview :</a:t>
            </a:r>
            <a:r>
              <a:rPr lang="en-GB" sz="2400" dirty="0"/>
              <a:t>This query will return all columns for employees who have met more than 80% of their KPIs and have won awards. </a:t>
            </a:r>
            <a:endParaRPr lang="en-IN" sz="2400" dirty="0"/>
          </a:p>
        </p:txBody>
      </p:sp>
      <p:sp>
        <p:nvSpPr>
          <p:cNvPr id="18" name="Text Placeholder 17">
            <a:extLst>
              <a:ext uri="{FF2B5EF4-FFF2-40B4-BE49-F238E27FC236}">
                <a16:creationId xmlns:a16="http://schemas.microsoft.com/office/drawing/2014/main" id="{6765BE23-D49B-2B7B-C92C-A1EBFDEC8644}"/>
              </a:ext>
            </a:extLst>
          </p:cNvPr>
          <p:cNvSpPr>
            <a:spLocks noGrp="1"/>
          </p:cNvSpPr>
          <p:nvPr>
            <p:ph type="body" idx="4"/>
          </p:nvPr>
        </p:nvSpPr>
        <p:spPr>
          <a:xfrm>
            <a:off x="409900" y="3896951"/>
            <a:ext cx="17544207" cy="2312026"/>
          </a:xfrm>
        </p:spPr>
        <p:txBody>
          <a:bodyPr>
            <a:normAutofit fontScale="92500"/>
          </a:bodyPr>
          <a:lstStyle/>
          <a:p>
            <a:pPr marL="114300" indent="0">
              <a:buNone/>
            </a:pPr>
            <a:r>
              <a:rPr lang="en-IN" sz="2800" b="1" dirty="0">
                <a:solidFill>
                  <a:schemeClr val="tx1"/>
                </a:solidFill>
                <a:latin typeface="Consolas" panose="020B0609020204030204" pitchFamily="49" charset="0"/>
              </a:rPr>
              <a:t>Code</a:t>
            </a:r>
            <a:r>
              <a:rPr lang="en-IN" dirty="0"/>
              <a:t> :</a:t>
            </a:r>
          </a:p>
          <a:p>
            <a:pPr>
              <a:buFont typeface="Wingdings" panose="05000000000000000000" pitchFamily="2" charset="2"/>
              <a:buChar char="n"/>
            </a:pPr>
            <a:r>
              <a:rPr lang="en-GB" sz="3600" dirty="0">
                <a:solidFill>
                  <a:srgbClr val="0000FF"/>
                </a:solidFill>
                <a:latin typeface="Consolas" panose="020B0609020204030204" pitchFamily="49" charset="0"/>
              </a:rPr>
              <a:t>SELECT</a:t>
            </a:r>
            <a:r>
              <a:rPr lang="en-GB" sz="3600" dirty="0">
                <a:solidFill>
                  <a:srgbClr val="000000"/>
                </a:solidFill>
                <a:latin typeface="Consolas" panose="020B0609020204030204" pitchFamily="49" charset="0"/>
              </a:rPr>
              <a:t> </a:t>
            </a:r>
            <a:r>
              <a:rPr lang="en-GB" sz="3600" dirty="0">
                <a:solidFill>
                  <a:srgbClr val="808080"/>
                </a:solidFill>
                <a:latin typeface="Consolas" panose="020B0609020204030204" pitchFamily="49" charset="0"/>
              </a:rPr>
              <a:t>*</a:t>
            </a:r>
            <a:r>
              <a:rPr lang="en-GB" sz="3600" dirty="0">
                <a:solidFill>
                  <a:srgbClr val="000000"/>
                </a:solidFill>
                <a:latin typeface="Consolas" panose="020B0609020204030204" pitchFamily="49" charset="0"/>
              </a:rPr>
              <a:t> </a:t>
            </a:r>
            <a:r>
              <a:rPr lang="en-GB" sz="3600" dirty="0">
                <a:solidFill>
                  <a:srgbClr val="0000FF"/>
                </a:solidFill>
                <a:latin typeface="Consolas" panose="020B0609020204030204" pitchFamily="49" charset="0"/>
              </a:rPr>
              <a:t>FROM</a:t>
            </a:r>
            <a:r>
              <a:rPr lang="en-GB" sz="3600" dirty="0">
                <a:solidFill>
                  <a:srgbClr val="000000"/>
                </a:solidFill>
                <a:latin typeface="Consolas" panose="020B0609020204030204" pitchFamily="49" charset="0"/>
              </a:rPr>
              <a:t> Himanshu </a:t>
            </a:r>
            <a:r>
              <a:rPr lang="en-GB" sz="3600" dirty="0">
                <a:solidFill>
                  <a:srgbClr val="0000FF"/>
                </a:solidFill>
                <a:latin typeface="Consolas" panose="020B0609020204030204" pitchFamily="49" charset="0"/>
              </a:rPr>
              <a:t>WHERE</a:t>
            </a:r>
            <a:r>
              <a:rPr lang="en-GB" sz="3600" dirty="0">
                <a:solidFill>
                  <a:srgbClr val="000000"/>
                </a:solidFill>
                <a:latin typeface="Consolas" panose="020B0609020204030204" pitchFamily="49" charset="0"/>
              </a:rPr>
              <a:t> "</a:t>
            </a:r>
            <a:r>
              <a:rPr lang="en-GB" sz="3600" dirty="0" err="1">
                <a:solidFill>
                  <a:srgbClr val="000000"/>
                </a:solidFill>
                <a:latin typeface="Consolas" panose="020B0609020204030204" pitchFamily="49" charset="0"/>
              </a:rPr>
              <a:t>KPIs_met</a:t>
            </a:r>
            <a:r>
              <a:rPr lang="en-GB" sz="3600" dirty="0">
                <a:solidFill>
                  <a:srgbClr val="000000"/>
                </a:solidFill>
                <a:latin typeface="Consolas" panose="020B0609020204030204" pitchFamily="49" charset="0"/>
              </a:rPr>
              <a:t> &gt;80%" </a:t>
            </a:r>
            <a:r>
              <a:rPr lang="en-GB" sz="3600" dirty="0">
                <a:solidFill>
                  <a:srgbClr val="808080"/>
                </a:solidFill>
                <a:latin typeface="Consolas" panose="020B0609020204030204" pitchFamily="49" charset="0"/>
              </a:rPr>
              <a:t>=</a:t>
            </a:r>
            <a:r>
              <a:rPr lang="en-GB" sz="3600" dirty="0">
                <a:solidFill>
                  <a:srgbClr val="000000"/>
                </a:solidFill>
                <a:latin typeface="Consolas" panose="020B0609020204030204" pitchFamily="49" charset="0"/>
              </a:rPr>
              <a:t> 1 </a:t>
            </a:r>
            <a:r>
              <a:rPr lang="en-GB" sz="3600" dirty="0">
                <a:solidFill>
                  <a:srgbClr val="808080"/>
                </a:solidFill>
                <a:latin typeface="Consolas" panose="020B0609020204030204" pitchFamily="49" charset="0"/>
              </a:rPr>
              <a:t>AND</a:t>
            </a:r>
            <a:r>
              <a:rPr lang="en-GB" sz="3600" dirty="0">
                <a:solidFill>
                  <a:srgbClr val="000000"/>
                </a:solidFill>
                <a:latin typeface="Consolas" panose="020B0609020204030204" pitchFamily="49" charset="0"/>
              </a:rPr>
              <a:t> [</a:t>
            </a:r>
            <a:r>
              <a:rPr lang="en-GB" sz="3600" dirty="0" err="1">
                <a:solidFill>
                  <a:srgbClr val="000000"/>
                </a:solidFill>
                <a:latin typeface="Consolas" panose="020B0609020204030204" pitchFamily="49" charset="0"/>
              </a:rPr>
              <a:t>awards_won</a:t>
            </a:r>
            <a:r>
              <a:rPr lang="en-GB" sz="3600" dirty="0">
                <a:solidFill>
                  <a:srgbClr val="000000"/>
                </a:solidFill>
                <a:latin typeface="Consolas" panose="020B0609020204030204" pitchFamily="49" charset="0"/>
              </a:rPr>
              <a:t>?] </a:t>
            </a:r>
            <a:r>
              <a:rPr lang="en-GB" sz="3600" dirty="0">
                <a:solidFill>
                  <a:srgbClr val="808080"/>
                </a:solidFill>
                <a:latin typeface="Consolas" panose="020B0609020204030204" pitchFamily="49" charset="0"/>
              </a:rPr>
              <a:t>=</a:t>
            </a:r>
            <a:r>
              <a:rPr lang="en-GB" sz="3600" dirty="0">
                <a:solidFill>
                  <a:srgbClr val="000000"/>
                </a:solidFill>
                <a:latin typeface="Consolas" panose="020B0609020204030204" pitchFamily="49" charset="0"/>
              </a:rPr>
              <a:t> 1</a:t>
            </a:r>
            <a:r>
              <a:rPr lang="en-GB" sz="3600" dirty="0">
                <a:solidFill>
                  <a:srgbClr val="808080"/>
                </a:solidFill>
                <a:latin typeface="Consolas" panose="020B0609020204030204" pitchFamily="49" charset="0"/>
              </a:rPr>
              <a:t>;</a:t>
            </a:r>
          </a:p>
          <a:p>
            <a:pPr marL="114300" indent="0">
              <a:buNone/>
            </a:pPr>
            <a:r>
              <a:rPr lang="en-IN" sz="2800" b="1" dirty="0">
                <a:solidFill>
                  <a:schemeClr val="tx1"/>
                </a:solidFill>
                <a:latin typeface="Consolas" panose="020B0609020204030204" pitchFamily="49" charset="0"/>
              </a:rPr>
              <a:t>Result :</a:t>
            </a:r>
            <a:endParaRPr lang="en-IN" sz="2800" b="1" dirty="0">
              <a:solidFill>
                <a:schemeClr val="tx1"/>
              </a:solidFill>
            </a:endParaRPr>
          </a:p>
        </p:txBody>
      </p:sp>
      <p:sp>
        <p:nvSpPr>
          <p:cNvPr id="4" name="Slide Number Placeholder 3">
            <a:extLst>
              <a:ext uri="{FF2B5EF4-FFF2-40B4-BE49-F238E27FC236}">
                <a16:creationId xmlns:a16="http://schemas.microsoft.com/office/drawing/2014/main" id="{061E45D0-8E44-4280-040C-D4A9D0AA67D7}"/>
              </a:ext>
            </a:extLst>
          </p:cNvPr>
          <p:cNvSpPr>
            <a:spLocks noGrp="1"/>
          </p:cNvSpPr>
          <p:nvPr>
            <p:ph type="sldNum" idx="12"/>
          </p:nvPr>
        </p:nvSpPr>
        <p:spPr>
          <a:xfrm>
            <a:off x="13426034" y="9911198"/>
            <a:ext cx="4277320" cy="569325"/>
          </a:xfrm>
        </p:spPr>
        <p:txBody>
          <a:bodyPr/>
          <a:lstStyle/>
          <a:p>
            <a:pPr lvl="0"/>
            <a:fld id="{00000000-1234-1234-1234-123412341234}" type="slidenum">
              <a:rPr lang="en-US" smtClean="0"/>
              <a:pPr lvl="0"/>
              <a:t>10</a:t>
            </a:fld>
            <a:endParaRPr lang="en-US"/>
          </a:p>
        </p:txBody>
      </p:sp>
      <p:grpSp>
        <p:nvGrpSpPr>
          <p:cNvPr id="9" name="Google Shape;142;p15">
            <a:extLst>
              <a:ext uri="{FF2B5EF4-FFF2-40B4-BE49-F238E27FC236}">
                <a16:creationId xmlns:a16="http://schemas.microsoft.com/office/drawing/2014/main" id="{57C3D0E5-638F-3328-3D3B-B6AF308E0194}"/>
              </a:ext>
            </a:extLst>
          </p:cNvPr>
          <p:cNvGrpSpPr/>
          <p:nvPr/>
        </p:nvGrpSpPr>
        <p:grpSpPr>
          <a:xfrm>
            <a:off x="234976" y="377997"/>
            <a:ext cx="15071695" cy="827992"/>
            <a:chOff x="-16184" y="8640158"/>
            <a:chExt cx="4045716" cy="439420"/>
          </a:xfrm>
        </p:grpSpPr>
        <p:sp>
          <p:nvSpPr>
            <p:cNvPr id="10" name="Google Shape;143;p15">
              <a:extLst>
                <a:ext uri="{FF2B5EF4-FFF2-40B4-BE49-F238E27FC236}">
                  <a16:creationId xmlns:a16="http://schemas.microsoft.com/office/drawing/2014/main" id="{4176DF82-FD19-14C1-795C-BE57970BF0AD}"/>
                </a:ext>
              </a:extLst>
            </p:cNvPr>
            <p:cNvSpPr/>
            <p:nvPr/>
          </p:nvSpPr>
          <p:spPr>
            <a:xfrm>
              <a:off x="-16184" y="8640158"/>
              <a:ext cx="3923363" cy="439420"/>
            </a:xfrm>
            <a:custGeom>
              <a:avLst/>
              <a:gdLst/>
              <a:ahLst/>
              <a:cxnLst/>
              <a:rect l="l" t="t" r="r" b="b"/>
              <a:pathLst>
                <a:path w="3844925" h="439420" extrusionOk="0">
                  <a:moveTo>
                    <a:pt x="0" y="439204"/>
                  </a:moveTo>
                  <a:lnTo>
                    <a:pt x="3844798" y="439204"/>
                  </a:lnTo>
                  <a:lnTo>
                    <a:pt x="3844798" y="0"/>
                  </a:lnTo>
                  <a:lnTo>
                    <a:pt x="0" y="0"/>
                  </a:lnTo>
                  <a:lnTo>
                    <a:pt x="0" y="439204"/>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457200" marR="0" lvl="1" indent="0" algn="ctr" rtl="0">
                <a:spcBef>
                  <a:spcPts val="0"/>
                </a:spcBef>
                <a:spcAft>
                  <a:spcPts val="0"/>
                </a:spcAft>
                <a:buNone/>
              </a:pPr>
              <a:r>
                <a:rPr lang="en-IN" sz="4800" b="0" i="0" u="none" strike="noStrike" cap="none" dirty="0">
                  <a:solidFill>
                    <a:schemeClr val="lt1"/>
                  </a:solidFill>
                  <a:latin typeface="Calibri"/>
                  <a:ea typeface="Calibri"/>
                  <a:cs typeface="Calibri"/>
                  <a:sym typeface="Calibri"/>
                </a:rPr>
                <a:t>Objectives</a:t>
              </a:r>
              <a:endParaRPr sz="4800" b="0" i="0" u="none" strike="noStrike" cap="none" dirty="0">
                <a:solidFill>
                  <a:schemeClr val="lt1"/>
                </a:solidFill>
                <a:latin typeface="Calibri"/>
                <a:ea typeface="Calibri"/>
                <a:cs typeface="Calibri"/>
                <a:sym typeface="Calibri"/>
              </a:endParaRPr>
            </a:p>
          </p:txBody>
        </p:sp>
        <p:sp>
          <p:nvSpPr>
            <p:cNvPr id="11" name="Google Shape;144;p15">
              <a:extLst>
                <a:ext uri="{FF2B5EF4-FFF2-40B4-BE49-F238E27FC236}">
                  <a16:creationId xmlns:a16="http://schemas.microsoft.com/office/drawing/2014/main" id="{7CFEBBCD-DFBB-645D-5087-A852A1987587}"/>
                </a:ext>
              </a:extLst>
            </p:cNvPr>
            <p:cNvSpPr/>
            <p:nvPr/>
          </p:nvSpPr>
          <p:spPr>
            <a:xfrm>
              <a:off x="3800173" y="8640158"/>
              <a:ext cx="229359" cy="439420"/>
            </a:xfrm>
            <a:custGeom>
              <a:avLst/>
              <a:gdLst/>
              <a:ahLst/>
              <a:cxnLst/>
              <a:rect l="l" t="t" r="r" b="b"/>
              <a:pathLst>
                <a:path w="439420" h="439420" extrusionOk="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pic>
        <p:nvPicPr>
          <p:cNvPr id="8" name="Picture 7">
            <a:extLst>
              <a:ext uri="{FF2B5EF4-FFF2-40B4-BE49-F238E27FC236}">
                <a16:creationId xmlns:a16="http://schemas.microsoft.com/office/drawing/2014/main" id="{7A97EA8D-C494-00EF-97C9-3B92D51F2151}"/>
              </a:ext>
            </a:extLst>
          </p:cNvPr>
          <p:cNvPicPr>
            <a:picLocks noChangeAspect="1"/>
          </p:cNvPicPr>
          <p:nvPr/>
        </p:nvPicPr>
        <p:blipFill>
          <a:blip r:embed="rId2"/>
          <a:stretch>
            <a:fillRect/>
          </a:stretch>
        </p:blipFill>
        <p:spPr>
          <a:xfrm>
            <a:off x="834691" y="6362728"/>
            <a:ext cx="16302426" cy="3836497"/>
          </a:xfrm>
          <a:prstGeom prst="rect">
            <a:avLst/>
          </a:prstGeom>
          <a:ln w="2286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0563019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3C0EA700-FF99-577E-8CE0-6A232202B6A4}"/>
              </a:ext>
            </a:extLst>
          </p:cNvPr>
          <p:cNvSpPr>
            <a:spLocks noGrp="1"/>
          </p:cNvSpPr>
          <p:nvPr>
            <p:ph type="title"/>
          </p:nvPr>
        </p:nvSpPr>
        <p:spPr>
          <a:xfrm>
            <a:off x="1309435" y="569326"/>
            <a:ext cx="16396395" cy="2066896"/>
          </a:xfrm>
        </p:spPr>
        <p:txBody>
          <a:bodyPr/>
          <a:lstStyle/>
          <a:p>
            <a:r>
              <a:rPr lang="en-IN" dirty="0"/>
              <a:t>   </a:t>
            </a:r>
          </a:p>
        </p:txBody>
      </p:sp>
      <p:sp>
        <p:nvSpPr>
          <p:cNvPr id="15" name="Text Placeholder 14">
            <a:extLst>
              <a:ext uri="{FF2B5EF4-FFF2-40B4-BE49-F238E27FC236}">
                <a16:creationId xmlns:a16="http://schemas.microsoft.com/office/drawing/2014/main" id="{BAE364F5-8CEB-FFA4-2665-2540348DAF13}"/>
              </a:ext>
            </a:extLst>
          </p:cNvPr>
          <p:cNvSpPr>
            <a:spLocks noGrp="1"/>
          </p:cNvSpPr>
          <p:nvPr>
            <p:ph type="body" idx="1"/>
          </p:nvPr>
        </p:nvSpPr>
        <p:spPr>
          <a:xfrm>
            <a:off x="662152" y="1548059"/>
            <a:ext cx="15355614" cy="827992"/>
          </a:xfrm>
        </p:spPr>
        <p:txBody>
          <a:bodyPr>
            <a:normAutofit fontScale="85000" lnSpcReduction="10000"/>
          </a:bodyPr>
          <a:lstStyle/>
          <a:p>
            <a:pPr algn="ctr"/>
            <a:r>
              <a:rPr lang="en-GB" sz="4500" dirty="0"/>
              <a:t>Objective 6 :- List Employees Who Have Met KPIs &gt;80% and Won Awards:</a:t>
            </a:r>
            <a:endParaRPr lang="en-IN" dirty="0"/>
          </a:p>
        </p:txBody>
      </p:sp>
      <p:sp>
        <p:nvSpPr>
          <p:cNvPr id="16" name="Text Placeholder 15">
            <a:extLst>
              <a:ext uri="{FF2B5EF4-FFF2-40B4-BE49-F238E27FC236}">
                <a16:creationId xmlns:a16="http://schemas.microsoft.com/office/drawing/2014/main" id="{3D9661DF-CFA0-D460-D690-EF9AC251D379}"/>
              </a:ext>
            </a:extLst>
          </p:cNvPr>
          <p:cNvSpPr>
            <a:spLocks noGrp="1"/>
          </p:cNvSpPr>
          <p:nvPr>
            <p:ph type="body" idx="2"/>
          </p:nvPr>
        </p:nvSpPr>
        <p:spPr>
          <a:xfrm>
            <a:off x="520260" y="2464859"/>
            <a:ext cx="16616857" cy="1592135"/>
          </a:xfrm>
        </p:spPr>
        <p:txBody>
          <a:bodyPr>
            <a:normAutofit/>
          </a:bodyPr>
          <a:lstStyle/>
          <a:p>
            <a:pPr>
              <a:lnSpc>
                <a:spcPct val="110000"/>
              </a:lnSpc>
            </a:pPr>
            <a:r>
              <a:rPr lang="en-IN" sz="2400" b="1" dirty="0"/>
              <a:t>Functions Used  : </a:t>
            </a:r>
            <a:r>
              <a:rPr lang="en-IN" sz="2400" dirty="0"/>
              <a:t>AND, Where</a:t>
            </a:r>
          </a:p>
          <a:p>
            <a:pPr algn="ctr">
              <a:lnSpc>
                <a:spcPct val="110000"/>
              </a:lnSpc>
            </a:pPr>
            <a:r>
              <a:rPr lang="en-IN" sz="2400" b="1" dirty="0"/>
              <a:t> Overview :</a:t>
            </a:r>
            <a:r>
              <a:rPr lang="en-GB" sz="2400" dirty="0"/>
              <a:t>This query will return all columns for employees who have met more than 80% of their KPIs and have won awards. </a:t>
            </a:r>
            <a:endParaRPr lang="en-IN" sz="2400" dirty="0"/>
          </a:p>
        </p:txBody>
      </p:sp>
      <p:sp>
        <p:nvSpPr>
          <p:cNvPr id="18" name="Text Placeholder 17">
            <a:extLst>
              <a:ext uri="{FF2B5EF4-FFF2-40B4-BE49-F238E27FC236}">
                <a16:creationId xmlns:a16="http://schemas.microsoft.com/office/drawing/2014/main" id="{6765BE23-D49B-2B7B-C92C-A1EBFDEC8644}"/>
              </a:ext>
            </a:extLst>
          </p:cNvPr>
          <p:cNvSpPr>
            <a:spLocks noGrp="1"/>
          </p:cNvSpPr>
          <p:nvPr>
            <p:ph type="body" idx="4"/>
          </p:nvPr>
        </p:nvSpPr>
        <p:spPr>
          <a:xfrm>
            <a:off x="409900" y="3896951"/>
            <a:ext cx="17544207" cy="2312026"/>
          </a:xfrm>
        </p:spPr>
        <p:txBody>
          <a:bodyPr>
            <a:normAutofit fontScale="92500"/>
          </a:bodyPr>
          <a:lstStyle/>
          <a:p>
            <a:pPr marL="114300" indent="0">
              <a:buNone/>
            </a:pPr>
            <a:r>
              <a:rPr lang="en-IN" sz="2800" b="1" dirty="0">
                <a:solidFill>
                  <a:schemeClr val="tx1"/>
                </a:solidFill>
                <a:latin typeface="Consolas" panose="020B0609020204030204" pitchFamily="49" charset="0"/>
              </a:rPr>
              <a:t>Code</a:t>
            </a:r>
            <a:r>
              <a:rPr lang="en-IN" dirty="0"/>
              <a:t> :</a:t>
            </a:r>
          </a:p>
          <a:p>
            <a:pPr>
              <a:buFont typeface="Wingdings" panose="05000000000000000000" pitchFamily="2" charset="2"/>
              <a:buChar char="n"/>
            </a:pPr>
            <a:r>
              <a:rPr lang="en-GB" sz="3600" dirty="0">
                <a:solidFill>
                  <a:srgbClr val="0000FF"/>
                </a:solidFill>
                <a:latin typeface="Consolas" panose="020B0609020204030204" pitchFamily="49" charset="0"/>
              </a:rPr>
              <a:t>SELECT</a:t>
            </a:r>
            <a:r>
              <a:rPr lang="en-GB" sz="3600" dirty="0">
                <a:solidFill>
                  <a:srgbClr val="000000"/>
                </a:solidFill>
                <a:latin typeface="Consolas" panose="020B0609020204030204" pitchFamily="49" charset="0"/>
              </a:rPr>
              <a:t> </a:t>
            </a:r>
            <a:r>
              <a:rPr lang="en-GB" sz="3600" dirty="0">
                <a:solidFill>
                  <a:srgbClr val="808080"/>
                </a:solidFill>
                <a:latin typeface="Consolas" panose="020B0609020204030204" pitchFamily="49" charset="0"/>
              </a:rPr>
              <a:t>*</a:t>
            </a:r>
            <a:r>
              <a:rPr lang="en-GB" sz="3600" dirty="0">
                <a:solidFill>
                  <a:srgbClr val="000000"/>
                </a:solidFill>
                <a:latin typeface="Consolas" panose="020B0609020204030204" pitchFamily="49" charset="0"/>
              </a:rPr>
              <a:t> </a:t>
            </a:r>
            <a:r>
              <a:rPr lang="en-GB" sz="3600" dirty="0">
                <a:solidFill>
                  <a:srgbClr val="0000FF"/>
                </a:solidFill>
                <a:latin typeface="Consolas" panose="020B0609020204030204" pitchFamily="49" charset="0"/>
              </a:rPr>
              <a:t>FROM</a:t>
            </a:r>
            <a:r>
              <a:rPr lang="en-GB" sz="3600" dirty="0">
                <a:solidFill>
                  <a:srgbClr val="000000"/>
                </a:solidFill>
                <a:latin typeface="Consolas" panose="020B0609020204030204" pitchFamily="49" charset="0"/>
              </a:rPr>
              <a:t> Himanshu </a:t>
            </a:r>
            <a:r>
              <a:rPr lang="en-GB" sz="3600" dirty="0">
                <a:solidFill>
                  <a:srgbClr val="0000FF"/>
                </a:solidFill>
                <a:latin typeface="Consolas" panose="020B0609020204030204" pitchFamily="49" charset="0"/>
              </a:rPr>
              <a:t>WHERE</a:t>
            </a:r>
            <a:r>
              <a:rPr lang="en-GB" sz="3600" dirty="0">
                <a:solidFill>
                  <a:srgbClr val="000000"/>
                </a:solidFill>
                <a:latin typeface="Consolas" panose="020B0609020204030204" pitchFamily="49" charset="0"/>
              </a:rPr>
              <a:t> "</a:t>
            </a:r>
            <a:r>
              <a:rPr lang="en-GB" sz="3600" dirty="0" err="1">
                <a:solidFill>
                  <a:srgbClr val="000000"/>
                </a:solidFill>
                <a:latin typeface="Consolas" panose="020B0609020204030204" pitchFamily="49" charset="0"/>
              </a:rPr>
              <a:t>KPIs_met</a:t>
            </a:r>
            <a:r>
              <a:rPr lang="en-GB" sz="3600" dirty="0">
                <a:solidFill>
                  <a:srgbClr val="000000"/>
                </a:solidFill>
                <a:latin typeface="Consolas" panose="020B0609020204030204" pitchFamily="49" charset="0"/>
              </a:rPr>
              <a:t> &gt;80%" </a:t>
            </a:r>
            <a:r>
              <a:rPr lang="en-GB" sz="3600" dirty="0">
                <a:solidFill>
                  <a:srgbClr val="808080"/>
                </a:solidFill>
                <a:latin typeface="Consolas" panose="020B0609020204030204" pitchFamily="49" charset="0"/>
              </a:rPr>
              <a:t>=</a:t>
            </a:r>
            <a:r>
              <a:rPr lang="en-GB" sz="3600" dirty="0">
                <a:solidFill>
                  <a:srgbClr val="000000"/>
                </a:solidFill>
                <a:latin typeface="Consolas" panose="020B0609020204030204" pitchFamily="49" charset="0"/>
              </a:rPr>
              <a:t> 1 </a:t>
            </a:r>
            <a:r>
              <a:rPr lang="en-GB" sz="3600" dirty="0">
                <a:solidFill>
                  <a:srgbClr val="808080"/>
                </a:solidFill>
                <a:latin typeface="Consolas" panose="020B0609020204030204" pitchFamily="49" charset="0"/>
              </a:rPr>
              <a:t>AND</a:t>
            </a:r>
            <a:r>
              <a:rPr lang="en-GB" sz="3600" dirty="0">
                <a:solidFill>
                  <a:srgbClr val="000000"/>
                </a:solidFill>
                <a:latin typeface="Consolas" panose="020B0609020204030204" pitchFamily="49" charset="0"/>
              </a:rPr>
              <a:t> [</a:t>
            </a:r>
            <a:r>
              <a:rPr lang="en-GB" sz="3600" dirty="0" err="1">
                <a:solidFill>
                  <a:srgbClr val="000000"/>
                </a:solidFill>
                <a:latin typeface="Consolas" panose="020B0609020204030204" pitchFamily="49" charset="0"/>
              </a:rPr>
              <a:t>awards_won</a:t>
            </a:r>
            <a:r>
              <a:rPr lang="en-GB" sz="3600" dirty="0">
                <a:solidFill>
                  <a:srgbClr val="000000"/>
                </a:solidFill>
                <a:latin typeface="Consolas" panose="020B0609020204030204" pitchFamily="49" charset="0"/>
              </a:rPr>
              <a:t>?] </a:t>
            </a:r>
            <a:r>
              <a:rPr lang="en-GB" sz="3600" dirty="0">
                <a:solidFill>
                  <a:srgbClr val="808080"/>
                </a:solidFill>
                <a:latin typeface="Consolas" panose="020B0609020204030204" pitchFamily="49" charset="0"/>
              </a:rPr>
              <a:t>=</a:t>
            </a:r>
            <a:r>
              <a:rPr lang="en-GB" sz="3600" dirty="0">
                <a:solidFill>
                  <a:srgbClr val="000000"/>
                </a:solidFill>
                <a:latin typeface="Consolas" panose="020B0609020204030204" pitchFamily="49" charset="0"/>
              </a:rPr>
              <a:t> 1</a:t>
            </a:r>
            <a:r>
              <a:rPr lang="en-GB" sz="3600" dirty="0">
                <a:solidFill>
                  <a:srgbClr val="808080"/>
                </a:solidFill>
                <a:latin typeface="Consolas" panose="020B0609020204030204" pitchFamily="49" charset="0"/>
              </a:rPr>
              <a:t>;</a:t>
            </a:r>
          </a:p>
          <a:p>
            <a:pPr marL="114300" indent="0">
              <a:buNone/>
            </a:pPr>
            <a:r>
              <a:rPr lang="en-IN" sz="2800" b="1" dirty="0">
                <a:solidFill>
                  <a:schemeClr val="tx1"/>
                </a:solidFill>
                <a:latin typeface="Consolas" panose="020B0609020204030204" pitchFamily="49" charset="0"/>
              </a:rPr>
              <a:t>Result :</a:t>
            </a:r>
            <a:endParaRPr lang="en-IN" sz="2800" b="1" dirty="0">
              <a:solidFill>
                <a:schemeClr val="tx1"/>
              </a:solidFill>
            </a:endParaRPr>
          </a:p>
        </p:txBody>
      </p:sp>
      <p:sp>
        <p:nvSpPr>
          <p:cNvPr id="4" name="Slide Number Placeholder 3">
            <a:extLst>
              <a:ext uri="{FF2B5EF4-FFF2-40B4-BE49-F238E27FC236}">
                <a16:creationId xmlns:a16="http://schemas.microsoft.com/office/drawing/2014/main" id="{061E45D0-8E44-4280-040C-D4A9D0AA67D7}"/>
              </a:ext>
            </a:extLst>
          </p:cNvPr>
          <p:cNvSpPr>
            <a:spLocks noGrp="1"/>
          </p:cNvSpPr>
          <p:nvPr>
            <p:ph type="sldNum" idx="12"/>
          </p:nvPr>
        </p:nvSpPr>
        <p:spPr>
          <a:xfrm>
            <a:off x="13426034" y="9911198"/>
            <a:ext cx="4277320" cy="569325"/>
          </a:xfrm>
        </p:spPr>
        <p:txBody>
          <a:bodyPr/>
          <a:lstStyle/>
          <a:p>
            <a:pPr lvl="0"/>
            <a:fld id="{00000000-1234-1234-1234-123412341234}" type="slidenum">
              <a:rPr lang="en-US" smtClean="0"/>
              <a:pPr lvl="0"/>
              <a:t>11</a:t>
            </a:fld>
            <a:endParaRPr lang="en-US"/>
          </a:p>
        </p:txBody>
      </p:sp>
      <p:grpSp>
        <p:nvGrpSpPr>
          <p:cNvPr id="9" name="Google Shape;142;p15">
            <a:extLst>
              <a:ext uri="{FF2B5EF4-FFF2-40B4-BE49-F238E27FC236}">
                <a16:creationId xmlns:a16="http://schemas.microsoft.com/office/drawing/2014/main" id="{57C3D0E5-638F-3328-3D3B-B6AF308E0194}"/>
              </a:ext>
            </a:extLst>
          </p:cNvPr>
          <p:cNvGrpSpPr/>
          <p:nvPr/>
        </p:nvGrpSpPr>
        <p:grpSpPr>
          <a:xfrm>
            <a:off x="234976" y="377997"/>
            <a:ext cx="15071695" cy="827992"/>
            <a:chOff x="-16184" y="8640158"/>
            <a:chExt cx="4045716" cy="439420"/>
          </a:xfrm>
        </p:grpSpPr>
        <p:sp>
          <p:nvSpPr>
            <p:cNvPr id="10" name="Google Shape;143;p15">
              <a:extLst>
                <a:ext uri="{FF2B5EF4-FFF2-40B4-BE49-F238E27FC236}">
                  <a16:creationId xmlns:a16="http://schemas.microsoft.com/office/drawing/2014/main" id="{4176DF82-FD19-14C1-795C-BE57970BF0AD}"/>
                </a:ext>
              </a:extLst>
            </p:cNvPr>
            <p:cNvSpPr/>
            <p:nvPr/>
          </p:nvSpPr>
          <p:spPr>
            <a:xfrm>
              <a:off x="-16184" y="8640158"/>
              <a:ext cx="3923363" cy="439420"/>
            </a:xfrm>
            <a:custGeom>
              <a:avLst/>
              <a:gdLst/>
              <a:ahLst/>
              <a:cxnLst/>
              <a:rect l="l" t="t" r="r" b="b"/>
              <a:pathLst>
                <a:path w="3844925" h="439420" extrusionOk="0">
                  <a:moveTo>
                    <a:pt x="0" y="439204"/>
                  </a:moveTo>
                  <a:lnTo>
                    <a:pt x="3844798" y="439204"/>
                  </a:lnTo>
                  <a:lnTo>
                    <a:pt x="3844798" y="0"/>
                  </a:lnTo>
                  <a:lnTo>
                    <a:pt x="0" y="0"/>
                  </a:lnTo>
                  <a:lnTo>
                    <a:pt x="0" y="439204"/>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457200" marR="0" lvl="1" indent="0" algn="ctr" rtl="0">
                <a:spcBef>
                  <a:spcPts val="0"/>
                </a:spcBef>
                <a:spcAft>
                  <a:spcPts val="0"/>
                </a:spcAft>
                <a:buNone/>
              </a:pPr>
              <a:r>
                <a:rPr lang="en-IN" sz="4800" b="0" i="0" u="none" strike="noStrike" cap="none" dirty="0">
                  <a:solidFill>
                    <a:schemeClr val="lt1"/>
                  </a:solidFill>
                  <a:latin typeface="Calibri"/>
                  <a:ea typeface="Calibri"/>
                  <a:cs typeface="Calibri"/>
                  <a:sym typeface="Calibri"/>
                </a:rPr>
                <a:t>Objectives</a:t>
              </a:r>
              <a:endParaRPr sz="4800" b="0" i="0" u="none" strike="noStrike" cap="none" dirty="0">
                <a:solidFill>
                  <a:schemeClr val="lt1"/>
                </a:solidFill>
                <a:latin typeface="Calibri"/>
                <a:ea typeface="Calibri"/>
                <a:cs typeface="Calibri"/>
                <a:sym typeface="Calibri"/>
              </a:endParaRPr>
            </a:p>
          </p:txBody>
        </p:sp>
        <p:sp>
          <p:nvSpPr>
            <p:cNvPr id="11" name="Google Shape;144;p15">
              <a:extLst>
                <a:ext uri="{FF2B5EF4-FFF2-40B4-BE49-F238E27FC236}">
                  <a16:creationId xmlns:a16="http://schemas.microsoft.com/office/drawing/2014/main" id="{7CFEBBCD-DFBB-645D-5087-A852A1987587}"/>
                </a:ext>
              </a:extLst>
            </p:cNvPr>
            <p:cNvSpPr/>
            <p:nvPr/>
          </p:nvSpPr>
          <p:spPr>
            <a:xfrm>
              <a:off x="3800173" y="8640158"/>
              <a:ext cx="229359" cy="439420"/>
            </a:xfrm>
            <a:custGeom>
              <a:avLst/>
              <a:gdLst/>
              <a:ahLst/>
              <a:cxnLst/>
              <a:rect l="l" t="t" r="r" b="b"/>
              <a:pathLst>
                <a:path w="439420" h="439420" extrusionOk="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pic>
        <p:nvPicPr>
          <p:cNvPr id="8" name="Picture 7">
            <a:extLst>
              <a:ext uri="{FF2B5EF4-FFF2-40B4-BE49-F238E27FC236}">
                <a16:creationId xmlns:a16="http://schemas.microsoft.com/office/drawing/2014/main" id="{7A97EA8D-C494-00EF-97C9-3B92D51F2151}"/>
              </a:ext>
            </a:extLst>
          </p:cNvPr>
          <p:cNvPicPr>
            <a:picLocks noChangeAspect="1"/>
          </p:cNvPicPr>
          <p:nvPr/>
        </p:nvPicPr>
        <p:blipFill>
          <a:blip r:embed="rId2"/>
          <a:stretch>
            <a:fillRect/>
          </a:stretch>
        </p:blipFill>
        <p:spPr>
          <a:xfrm>
            <a:off x="834691" y="6362728"/>
            <a:ext cx="16302426" cy="3836497"/>
          </a:xfrm>
          <a:prstGeom prst="rect">
            <a:avLst/>
          </a:prstGeom>
          <a:ln w="2286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18666179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3C0EA700-FF99-577E-8CE0-6A232202B6A4}"/>
              </a:ext>
            </a:extLst>
          </p:cNvPr>
          <p:cNvSpPr>
            <a:spLocks noGrp="1"/>
          </p:cNvSpPr>
          <p:nvPr>
            <p:ph type="title"/>
          </p:nvPr>
        </p:nvSpPr>
        <p:spPr>
          <a:xfrm>
            <a:off x="1309435" y="569326"/>
            <a:ext cx="16396395" cy="2066896"/>
          </a:xfrm>
        </p:spPr>
        <p:txBody>
          <a:bodyPr/>
          <a:lstStyle/>
          <a:p>
            <a:r>
              <a:rPr lang="en-IN" dirty="0"/>
              <a:t>   </a:t>
            </a:r>
          </a:p>
        </p:txBody>
      </p:sp>
      <p:sp>
        <p:nvSpPr>
          <p:cNvPr id="15" name="Text Placeholder 14">
            <a:extLst>
              <a:ext uri="{FF2B5EF4-FFF2-40B4-BE49-F238E27FC236}">
                <a16:creationId xmlns:a16="http://schemas.microsoft.com/office/drawing/2014/main" id="{BAE364F5-8CEB-FFA4-2665-2540348DAF13}"/>
              </a:ext>
            </a:extLst>
          </p:cNvPr>
          <p:cNvSpPr>
            <a:spLocks noGrp="1"/>
          </p:cNvSpPr>
          <p:nvPr>
            <p:ph type="body" idx="1"/>
          </p:nvPr>
        </p:nvSpPr>
        <p:spPr>
          <a:xfrm>
            <a:off x="630621" y="1232257"/>
            <a:ext cx="15355614" cy="827992"/>
          </a:xfrm>
        </p:spPr>
        <p:txBody>
          <a:bodyPr>
            <a:normAutofit fontScale="92500" lnSpcReduction="10000"/>
          </a:bodyPr>
          <a:lstStyle/>
          <a:p>
            <a:pPr algn="ctr"/>
            <a:r>
              <a:rPr lang="en-GB" sz="4500" dirty="0"/>
              <a:t>Objective 7 :- Calculate Bonus Based on Performance:</a:t>
            </a:r>
            <a:endParaRPr lang="en-IN" dirty="0"/>
          </a:p>
        </p:txBody>
      </p:sp>
      <p:sp>
        <p:nvSpPr>
          <p:cNvPr id="16" name="Text Placeholder 15">
            <a:extLst>
              <a:ext uri="{FF2B5EF4-FFF2-40B4-BE49-F238E27FC236}">
                <a16:creationId xmlns:a16="http://schemas.microsoft.com/office/drawing/2014/main" id="{3D9661DF-CFA0-D460-D690-EF9AC251D379}"/>
              </a:ext>
            </a:extLst>
          </p:cNvPr>
          <p:cNvSpPr>
            <a:spLocks noGrp="1"/>
          </p:cNvSpPr>
          <p:nvPr>
            <p:ph type="body" idx="2"/>
          </p:nvPr>
        </p:nvSpPr>
        <p:spPr>
          <a:xfrm>
            <a:off x="520260" y="2060249"/>
            <a:ext cx="16616857" cy="1996745"/>
          </a:xfrm>
        </p:spPr>
        <p:txBody>
          <a:bodyPr>
            <a:normAutofit/>
          </a:bodyPr>
          <a:lstStyle/>
          <a:p>
            <a:pPr>
              <a:lnSpc>
                <a:spcPct val="110000"/>
              </a:lnSpc>
            </a:pPr>
            <a:r>
              <a:rPr lang="en-IN" sz="2400" b="1" dirty="0"/>
              <a:t>Functions Used  : </a:t>
            </a:r>
            <a:r>
              <a:rPr lang="en-IN" sz="2400" dirty="0"/>
              <a:t> Case function with condition.</a:t>
            </a:r>
          </a:p>
          <a:p>
            <a:pPr algn="ctr">
              <a:lnSpc>
                <a:spcPct val="110000"/>
              </a:lnSpc>
            </a:pPr>
            <a:r>
              <a:rPr lang="en-IN" sz="2400" b="1" dirty="0"/>
              <a:t> Overview : </a:t>
            </a:r>
            <a:r>
              <a:rPr lang="en-IN" sz="2400" dirty="0"/>
              <a:t>The query will provide a list of employees with </a:t>
            </a:r>
            <a:r>
              <a:rPr lang="en-IN" sz="2400" dirty="0" err="1"/>
              <a:t>employee_id</a:t>
            </a:r>
            <a:r>
              <a:rPr lang="en-IN" sz="2400" dirty="0"/>
              <a:t>, department , </a:t>
            </a:r>
            <a:r>
              <a:rPr lang="en-IN" sz="2400" dirty="0" err="1"/>
              <a:t>performance_category</a:t>
            </a:r>
            <a:r>
              <a:rPr lang="en-IN" sz="2400" dirty="0"/>
              <a:t> </a:t>
            </a:r>
            <a:r>
              <a:rPr lang="en-IN" sz="2400" b="1" dirty="0"/>
              <a:t>,</a:t>
            </a:r>
            <a:r>
              <a:rPr lang="en-GB" sz="2400" dirty="0"/>
              <a:t>allowing you to easily see their performance classification and corresponding bonus.. </a:t>
            </a:r>
            <a:endParaRPr lang="en-IN" sz="2400" dirty="0"/>
          </a:p>
        </p:txBody>
      </p:sp>
      <p:sp>
        <p:nvSpPr>
          <p:cNvPr id="18" name="Text Placeholder 17">
            <a:extLst>
              <a:ext uri="{FF2B5EF4-FFF2-40B4-BE49-F238E27FC236}">
                <a16:creationId xmlns:a16="http://schemas.microsoft.com/office/drawing/2014/main" id="{6765BE23-D49B-2B7B-C92C-A1EBFDEC8644}"/>
              </a:ext>
            </a:extLst>
          </p:cNvPr>
          <p:cNvSpPr>
            <a:spLocks noGrp="1"/>
          </p:cNvSpPr>
          <p:nvPr>
            <p:ph type="body" idx="4"/>
          </p:nvPr>
        </p:nvSpPr>
        <p:spPr>
          <a:xfrm>
            <a:off x="520260" y="3710897"/>
            <a:ext cx="17544207" cy="2312026"/>
          </a:xfrm>
        </p:spPr>
        <p:txBody>
          <a:bodyPr>
            <a:normAutofit fontScale="25000" lnSpcReduction="20000"/>
          </a:bodyPr>
          <a:lstStyle/>
          <a:p>
            <a:pPr marL="114300" indent="0">
              <a:buNone/>
            </a:pPr>
            <a:r>
              <a:rPr lang="en-IN" sz="7200" b="1" dirty="0">
                <a:solidFill>
                  <a:schemeClr val="tx1"/>
                </a:solidFill>
                <a:latin typeface="Consolas" panose="020B0609020204030204" pitchFamily="49" charset="0"/>
              </a:rPr>
              <a:t> Code</a:t>
            </a:r>
            <a:r>
              <a:rPr lang="en-IN" sz="7200" dirty="0"/>
              <a:t> :</a:t>
            </a:r>
          </a:p>
          <a:p>
            <a:pPr marL="114300" indent="0">
              <a:buNone/>
            </a:pPr>
            <a:r>
              <a:rPr lang="en-GB" sz="7200" dirty="0">
                <a:solidFill>
                  <a:srgbClr val="0000FF"/>
                </a:solidFill>
                <a:latin typeface="Consolas" panose="020B0609020204030204" pitchFamily="49" charset="0"/>
              </a:rPr>
              <a:t> SELECT</a:t>
            </a:r>
            <a:r>
              <a:rPr lang="en-GB" sz="7200" dirty="0">
                <a:solidFill>
                  <a:srgbClr val="000000"/>
                </a:solidFill>
                <a:latin typeface="Consolas" panose="020B0609020204030204" pitchFamily="49" charset="0"/>
              </a:rPr>
              <a:t> </a:t>
            </a:r>
            <a:r>
              <a:rPr lang="en-GB" sz="7200" dirty="0" err="1">
                <a:solidFill>
                  <a:srgbClr val="000000"/>
                </a:solidFill>
                <a:latin typeface="Consolas" panose="020B0609020204030204" pitchFamily="49" charset="0"/>
              </a:rPr>
              <a:t>employee_id</a:t>
            </a:r>
            <a:r>
              <a:rPr lang="en-GB" sz="7200" dirty="0">
                <a:solidFill>
                  <a:srgbClr val="808080"/>
                </a:solidFill>
                <a:latin typeface="Consolas" panose="020B0609020204030204" pitchFamily="49" charset="0"/>
              </a:rPr>
              <a:t>,</a:t>
            </a:r>
            <a:r>
              <a:rPr lang="en-GB" sz="7200" dirty="0">
                <a:solidFill>
                  <a:srgbClr val="000000"/>
                </a:solidFill>
                <a:latin typeface="Consolas" panose="020B0609020204030204" pitchFamily="49" charset="0"/>
              </a:rPr>
              <a:t> department</a:t>
            </a:r>
            <a:r>
              <a:rPr lang="en-GB" sz="7200" dirty="0">
                <a:solidFill>
                  <a:srgbClr val="808080"/>
                </a:solidFill>
                <a:latin typeface="Consolas" panose="020B0609020204030204" pitchFamily="49" charset="0"/>
              </a:rPr>
              <a:t>,</a:t>
            </a:r>
            <a:r>
              <a:rPr lang="en-GB" sz="7200" dirty="0">
                <a:solidFill>
                  <a:srgbClr val="000000"/>
                </a:solidFill>
                <a:latin typeface="Consolas" panose="020B0609020204030204" pitchFamily="49" charset="0"/>
              </a:rPr>
              <a:t> </a:t>
            </a:r>
            <a:r>
              <a:rPr lang="en-GB" sz="7200" dirty="0" err="1">
                <a:solidFill>
                  <a:srgbClr val="000000"/>
                </a:solidFill>
                <a:latin typeface="Consolas" panose="020B0609020204030204" pitchFamily="49" charset="0"/>
              </a:rPr>
              <a:t>previous_year_rating</a:t>
            </a:r>
            <a:r>
              <a:rPr lang="en-GB" sz="7200" dirty="0" err="1">
                <a:solidFill>
                  <a:srgbClr val="808080"/>
                </a:solidFill>
                <a:latin typeface="Consolas" panose="020B0609020204030204" pitchFamily="49" charset="0"/>
              </a:rPr>
              <a:t>,</a:t>
            </a:r>
            <a:r>
              <a:rPr lang="en-GB" sz="7200" dirty="0" err="1">
                <a:solidFill>
                  <a:srgbClr val="0000FF"/>
                </a:solidFill>
                <a:latin typeface="Consolas" panose="020B0609020204030204" pitchFamily="49" charset="0"/>
              </a:rPr>
              <a:t>CASE</a:t>
            </a:r>
            <a:r>
              <a:rPr lang="en-GB" sz="7200" dirty="0">
                <a:solidFill>
                  <a:srgbClr val="000000"/>
                </a:solidFill>
                <a:latin typeface="Consolas" panose="020B0609020204030204" pitchFamily="49" charset="0"/>
              </a:rPr>
              <a:t> </a:t>
            </a:r>
            <a:r>
              <a:rPr lang="en-GB" sz="7200" dirty="0">
                <a:solidFill>
                  <a:srgbClr val="0000FF"/>
                </a:solidFill>
                <a:latin typeface="Consolas" panose="020B0609020204030204" pitchFamily="49" charset="0"/>
              </a:rPr>
              <a:t>WHEN</a:t>
            </a:r>
            <a:r>
              <a:rPr lang="en-GB" sz="7200" dirty="0">
                <a:solidFill>
                  <a:srgbClr val="000000"/>
                </a:solidFill>
                <a:latin typeface="Consolas" panose="020B0609020204030204" pitchFamily="49" charset="0"/>
              </a:rPr>
              <a:t> </a:t>
            </a:r>
            <a:r>
              <a:rPr lang="en-GB" sz="7200" dirty="0" err="1">
                <a:solidFill>
                  <a:srgbClr val="000000"/>
                </a:solidFill>
                <a:latin typeface="Consolas" panose="020B0609020204030204" pitchFamily="49" charset="0"/>
              </a:rPr>
              <a:t>previous_year_rating</a:t>
            </a:r>
            <a:r>
              <a:rPr lang="en-GB" sz="7200" dirty="0">
                <a:solidFill>
                  <a:srgbClr val="000000"/>
                </a:solidFill>
                <a:latin typeface="Consolas" panose="020B0609020204030204" pitchFamily="49" charset="0"/>
              </a:rPr>
              <a:t> </a:t>
            </a:r>
            <a:r>
              <a:rPr lang="en-GB" sz="7200" dirty="0">
                <a:solidFill>
                  <a:srgbClr val="808080"/>
                </a:solidFill>
                <a:latin typeface="Consolas" panose="020B0609020204030204" pitchFamily="49" charset="0"/>
              </a:rPr>
              <a:t>&gt;=</a:t>
            </a:r>
            <a:r>
              <a:rPr lang="en-GB" sz="7200" dirty="0">
                <a:solidFill>
                  <a:srgbClr val="000000"/>
                </a:solidFill>
                <a:latin typeface="Consolas" panose="020B0609020204030204" pitchFamily="49" charset="0"/>
              </a:rPr>
              <a:t> 4.0 </a:t>
            </a:r>
            <a:r>
              <a:rPr lang="en-GB" sz="7200" dirty="0">
                <a:solidFill>
                  <a:srgbClr val="0000FF"/>
                </a:solidFill>
                <a:latin typeface="Consolas" panose="020B0609020204030204" pitchFamily="49" charset="0"/>
              </a:rPr>
              <a:t>THEN</a:t>
            </a:r>
            <a:r>
              <a:rPr lang="en-GB" sz="7200" dirty="0">
                <a:solidFill>
                  <a:srgbClr val="000000"/>
                </a:solidFill>
                <a:latin typeface="Consolas" panose="020B0609020204030204" pitchFamily="49" charset="0"/>
              </a:rPr>
              <a:t> </a:t>
            </a:r>
            <a:r>
              <a:rPr lang="en-GB" sz="7200" dirty="0">
                <a:solidFill>
                  <a:srgbClr val="FF0000"/>
                </a:solidFill>
                <a:latin typeface="Consolas" panose="020B0609020204030204" pitchFamily="49" charset="0"/>
              </a:rPr>
              <a:t>'High Performer’</a:t>
            </a:r>
            <a:r>
              <a:rPr lang="en-GB" sz="7200" dirty="0">
                <a:solidFill>
                  <a:srgbClr val="000000"/>
                </a:solidFill>
                <a:latin typeface="Consolas" panose="020B0609020204030204" pitchFamily="49" charset="0"/>
              </a:rPr>
              <a:t> </a:t>
            </a:r>
          </a:p>
          <a:p>
            <a:pPr marL="114300" indent="0">
              <a:buNone/>
            </a:pPr>
            <a:r>
              <a:rPr lang="en-GB" sz="7200" dirty="0">
                <a:solidFill>
                  <a:srgbClr val="0000FF"/>
                </a:solidFill>
                <a:latin typeface="Consolas" panose="020B0609020204030204" pitchFamily="49" charset="0"/>
              </a:rPr>
              <a:t> WHEN</a:t>
            </a:r>
            <a:r>
              <a:rPr lang="en-GB" sz="7200" dirty="0">
                <a:solidFill>
                  <a:srgbClr val="000000"/>
                </a:solidFill>
                <a:latin typeface="Consolas" panose="020B0609020204030204" pitchFamily="49" charset="0"/>
              </a:rPr>
              <a:t> </a:t>
            </a:r>
            <a:r>
              <a:rPr lang="en-GB" sz="7200" dirty="0" err="1">
                <a:solidFill>
                  <a:srgbClr val="000000"/>
                </a:solidFill>
                <a:latin typeface="Consolas" panose="020B0609020204030204" pitchFamily="49" charset="0"/>
              </a:rPr>
              <a:t>previous_year_rating</a:t>
            </a:r>
            <a:r>
              <a:rPr lang="en-GB" sz="7200" dirty="0">
                <a:solidFill>
                  <a:srgbClr val="000000"/>
                </a:solidFill>
                <a:latin typeface="Consolas" panose="020B0609020204030204" pitchFamily="49" charset="0"/>
              </a:rPr>
              <a:t> </a:t>
            </a:r>
            <a:r>
              <a:rPr lang="en-GB" sz="7200" dirty="0">
                <a:solidFill>
                  <a:srgbClr val="808080"/>
                </a:solidFill>
                <a:latin typeface="Consolas" panose="020B0609020204030204" pitchFamily="49" charset="0"/>
              </a:rPr>
              <a:t>=</a:t>
            </a:r>
            <a:r>
              <a:rPr lang="en-GB" sz="7200" dirty="0">
                <a:solidFill>
                  <a:srgbClr val="000000"/>
                </a:solidFill>
                <a:latin typeface="Consolas" panose="020B0609020204030204" pitchFamily="49" charset="0"/>
              </a:rPr>
              <a:t> 3.0 </a:t>
            </a:r>
            <a:r>
              <a:rPr lang="en-GB" sz="7200" dirty="0">
                <a:solidFill>
                  <a:srgbClr val="0000FF"/>
                </a:solidFill>
                <a:latin typeface="Consolas" panose="020B0609020204030204" pitchFamily="49" charset="0"/>
              </a:rPr>
              <a:t>THEN</a:t>
            </a:r>
            <a:r>
              <a:rPr lang="en-GB" sz="7200" dirty="0">
                <a:solidFill>
                  <a:srgbClr val="000000"/>
                </a:solidFill>
                <a:latin typeface="Consolas" panose="020B0609020204030204" pitchFamily="49" charset="0"/>
              </a:rPr>
              <a:t> </a:t>
            </a:r>
            <a:r>
              <a:rPr lang="en-GB" sz="7200" dirty="0">
                <a:solidFill>
                  <a:srgbClr val="FF0000"/>
                </a:solidFill>
                <a:latin typeface="Consolas" panose="020B0609020204030204" pitchFamily="49" charset="0"/>
              </a:rPr>
              <a:t>'Average Performer'</a:t>
            </a:r>
            <a:r>
              <a:rPr lang="en-GB" sz="7200" dirty="0">
                <a:solidFill>
                  <a:srgbClr val="000000"/>
                </a:solidFill>
                <a:latin typeface="Consolas" panose="020B0609020204030204" pitchFamily="49" charset="0"/>
              </a:rPr>
              <a:t> </a:t>
            </a:r>
            <a:r>
              <a:rPr lang="en-GB" sz="7200" dirty="0">
                <a:solidFill>
                  <a:srgbClr val="0000FF"/>
                </a:solidFill>
                <a:latin typeface="Consolas" panose="020B0609020204030204" pitchFamily="49" charset="0"/>
              </a:rPr>
              <a:t>ELSE</a:t>
            </a:r>
            <a:r>
              <a:rPr lang="en-GB" sz="7200" dirty="0">
                <a:solidFill>
                  <a:srgbClr val="000000"/>
                </a:solidFill>
                <a:latin typeface="Consolas" panose="020B0609020204030204" pitchFamily="49" charset="0"/>
              </a:rPr>
              <a:t> </a:t>
            </a:r>
            <a:r>
              <a:rPr lang="en-GB" sz="7200" dirty="0">
                <a:solidFill>
                  <a:srgbClr val="FF0000"/>
                </a:solidFill>
                <a:latin typeface="Consolas" panose="020B0609020204030204" pitchFamily="49" charset="0"/>
              </a:rPr>
              <a:t>'Low Performer'</a:t>
            </a:r>
            <a:r>
              <a:rPr lang="en-GB" sz="7200" dirty="0">
                <a:solidFill>
                  <a:srgbClr val="000000"/>
                </a:solidFill>
                <a:latin typeface="Consolas" panose="020B0609020204030204" pitchFamily="49" charset="0"/>
              </a:rPr>
              <a:t> </a:t>
            </a:r>
            <a:r>
              <a:rPr lang="en-GB" sz="7200" dirty="0">
                <a:solidFill>
                  <a:srgbClr val="0000FF"/>
                </a:solidFill>
                <a:latin typeface="Consolas" panose="020B0609020204030204" pitchFamily="49" charset="0"/>
              </a:rPr>
              <a:t>END</a:t>
            </a:r>
            <a:r>
              <a:rPr lang="en-GB" sz="7200" dirty="0">
                <a:solidFill>
                  <a:srgbClr val="000000"/>
                </a:solidFill>
                <a:latin typeface="Consolas" panose="020B0609020204030204" pitchFamily="49" charset="0"/>
              </a:rPr>
              <a:t> </a:t>
            </a:r>
            <a:r>
              <a:rPr lang="en-GB" sz="7200" dirty="0">
                <a:solidFill>
                  <a:srgbClr val="0000FF"/>
                </a:solidFill>
                <a:latin typeface="Consolas" panose="020B0609020204030204" pitchFamily="49" charset="0"/>
              </a:rPr>
              <a:t>AS</a:t>
            </a:r>
            <a:r>
              <a:rPr lang="en-GB" sz="7200" dirty="0">
                <a:solidFill>
                  <a:srgbClr val="000000"/>
                </a:solidFill>
                <a:latin typeface="Consolas" panose="020B0609020204030204" pitchFamily="49" charset="0"/>
              </a:rPr>
              <a:t> </a:t>
            </a:r>
            <a:r>
              <a:rPr lang="en-GB" sz="7200" dirty="0" err="1">
                <a:solidFill>
                  <a:srgbClr val="000000"/>
                </a:solidFill>
                <a:latin typeface="Consolas" panose="020B0609020204030204" pitchFamily="49" charset="0"/>
              </a:rPr>
              <a:t>performance_category</a:t>
            </a:r>
            <a:r>
              <a:rPr lang="en-GB" sz="7200" dirty="0">
                <a:solidFill>
                  <a:srgbClr val="808080"/>
                </a:solidFill>
                <a:latin typeface="Consolas" panose="020B0609020204030204" pitchFamily="49" charset="0"/>
              </a:rPr>
              <a:t>,</a:t>
            </a:r>
            <a:endParaRPr lang="en-GB" sz="7200" dirty="0">
              <a:solidFill>
                <a:srgbClr val="000000"/>
              </a:solidFill>
              <a:latin typeface="Consolas" panose="020B0609020204030204" pitchFamily="49" charset="0"/>
            </a:endParaRPr>
          </a:p>
          <a:p>
            <a:pPr marL="114300" indent="0">
              <a:buNone/>
            </a:pPr>
            <a:r>
              <a:rPr lang="en-GB" sz="7200" dirty="0">
                <a:solidFill>
                  <a:srgbClr val="0000FF"/>
                </a:solidFill>
                <a:latin typeface="Consolas" panose="020B0609020204030204" pitchFamily="49" charset="0"/>
              </a:rPr>
              <a:t> CASE</a:t>
            </a:r>
            <a:r>
              <a:rPr lang="en-GB" sz="7200" dirty="0">
                <a:solidFill>
                  <a:srgbClr val="000000"/>
                </a:solidFill>
                <a:latin typeface="Consolas" panose="020B0609020204030204" pitchFamily="49" charset="0"/>
              </a:rPr>
              <a:t> </a:t>
            </a:r>
            <a:r>
              <a:rPr lang="en-GB" sz="7200" dirty="0">
                <a:solidFill>
                  <a:srgbClr val="0000FF"/>
                </a:solidFill>
                <a:latin typeface="Consolas" panose="020B0609020204030204" pitchFamily="49" charset="0"/>
              </a:rPr>
              <a:t>WHEN</a:t>
            </a:r>
            <a:r>
              <a:rPr lang="en-GB" sz="7200" dirty="0">
                <a:solidFill>
                  <a:srgbClr val="000000"/>
                </a:solidFill>
                <a:latin typeface="Consolas" panose="020B0609020204030204" pitchFamily="49" charset="0"/>
              </a:rPr>
              <a:t> </a:t>
            </a:r>
            <a:r>
              <a:rPr lang="en-GB" sz="7200" dirty="0" err="1">
                <a:solidFill>
                  <a:srgbClr val="000000"/>
                </a:solidFill>
                <a:latin typeface="Consolas" panose="020B0609020204030204" pitchFamily="49" charset="0"/>
              </a:rPr>
              <a:t>previous_year_rating</a:t>
            </a:r>
            <a:r>
              <a:rPr lang="en-GB" sz="7200" dirty="0">
                <a:solidFill>
                  <a:srgbClr val="000000"/>
                </a:solidFill>
                <a:latin typeface="Consolas" panose="020B0609020204030204" pitchFamily="49" charset="0"/>
              </a:rPr>
              <a:t> </a:t>
            </a:r>
            <a:r>
              <a:rPr lang="en-GB" sz="7200" dirty="0">
                <a:solidFill>
                  <a:srgbClr val="808080"/>
                </a:solidFill>
                <a:latin typeface="Consolas" panose="020B0609020204030204" pitchFamily="49" charset="0"/>
              </a:rPr>
              <a:t>&gt;=</a:t>
            </a:r>
            <a:r>
              <a:rPr lang="en-GB" sz="7200" dirty="0">
                <a:solidFill>
                  <a:srgbClr val="000000"/>
                </a:solidFill>
                <a:latin typeface="Consolas" panose="020B0609020204030204" pitchFamily="49" charset="0"/>
              </a:rPr>
              <a:t> 4.0 </a:t>
            </a:r>
            <a:r>
              <a:rPr lang="en-GB" sz="7200" dirty="0">
                <a:solidFill>
                  <a:srgbClr val="0000FF"/>
                </a:solidFill>
                <a:latin typeface="Consolas" panose="020B0609020204030204" pitchFamily="49" charset="0"/>
              </a:rPr>
              <a:t>THEN</a:t>
            </a:r>
            <a:r>
              <a:rPr lang="en-GB" sz="7200" dirty="0">
                <a:solidFill>
                  <a:srgbClr val="000000"/>
                </a:solidFill>
                <a:latin typeface="Consolas" panose="020B0609020204030204" pitchFamily="49" charset="0"/>
              </a:rPr>
              <a:t> 10000 </a:t>
            </a:r>
            <a:r>
              <a:rPr lang="en-GB" sz="7200" dirty="0">
                <a:solidFill>
                  <a:srgbClr val="0000FF"/>
                </a:solidFill>
                <a:latin typeface="Consolas" panose="020B0609020204030204" pitchFamily="49" charset="0"/>
              </a:rPr>
              <a:t>WHEN</a:t>
            </a:r>
            <a:r>
              <a:rPr lang="en-GB" sz="7200" dirty="0">
                <a:solidFill>
                  <a:srgbClr val="000000"/>
                </a:solidFill>
                <a:latin typeface="Consolas" panose="020B0609020204030204" pitchFamily="49" charset="0"/>
              </a:rPr>
              <a:t> </a:t>
            </a:r>
            <a:r>
              <a:rPr lang="en-GB" sz="7200" dirty="0" err="1">
                <a:solidFill>
                  <a:srgbClr val="000000"/>
                </a:solidFill>
                <a:latin typeface="Consolas" panose="020B0609020204030204" pitchFamily="49" charset="0"/>
              </a:rPr>
              <a:t>previous_year_rating</a:t>
            </a:r>
            <a:r>
              <a:rPr lang="en-GB" sz="7200" dirty="0">
                <a:solidFill>
                  <a:srgbClr val="000000"/>
                </a:solidFill>
                <a:latin typeface="Consolas" panose="020B0609020204030204" pitchFamily="49" charset="0"/>
              </a:rPr>
              <a:t> </a:t>
            </a:r>
            <a:r>
              <a:rPr lang="en-GB" sz="7200" dirty="0">
                <a:solidFill>
                  <a:srgbClr val="808080"/>
                </a:solidFill>
                <a:latin typeface="Consolas" panose="020B0609020204030204" pitchFamily="49" charset="0"/>
              </a:rPr>
              <a:t>=</a:t>
            </a:r>
            <a:r>
              <a:rPr lang="en-GB" sz="7200" dirty="0">
                <a:solidFill>
                  <a:srgbClr val="000000"/>
                </a:solidFill>
                <a:latin typeface="Consolas" panose="020B0609020204030204" pitchFamily="49" charset="0"/>
              </a:rPr>
              <a:t> 3.0 </a:t>
            </a:r>
            <a:r>
              <a:rPr lang="en-GB" sz="7200" dirty="0">
                <a:solidFill>
                  <a:srgbClr val="0000FF"/>
                </a:solidFill>
                <a:latin typeface="Consolas" panose="020B0609020204030204" pitchFamily="49" charset="0"/>
              </a:rPr>
              <a:t>THEN</a:t>
            </a:r>
            <a:r>
              <a:rPr lang="en-GB" sz="7200" dirty="0">
                <a:solidFill>
                  <a:srgbClr val="000000"/>
                </a:solidFill>
                <a:latin typeface="Consolas" panose="020B0609020204030204" pitchFamily="49" charset="0"/>
              </a:rPr>
              <a:t> 5000 </a:t>
            </a:r>
            <a:r>
              <a:rPr lang="en-GB" sz="7200" dirty="0">
                <a:solidFill>
                  <a:srgbClr val="0000FF"/>
                </a:solidFill>
                <a:latin typeface="Consolas" panose="020B0609020204030204" pitchFamily="49" charset="0"/>
              </a:rPr>
              <a:t>ELSE</a:t>
            </a:r>
            <a:r>
              <a:rPr lang="en-GB" sz="7200" dirty="0">
                <a:solidFill>
                  <a:srgbClr val="000000"/>
                </a:solidFill>
                <a:latin typeface="Consolas" panose="020B0609020204030204" pitchFamily="49" charset="0"/>
              </a:rPr>
              <a:t> 0</a:t>
            </a:r>
          </a:p>
          <a:p>
            <a:pPr marL="114300" indent="0">
              <a:buNone/>
            </a:pPr>
            <a:r>
              <a:rPr lang="en-GB" sz="7200" dirty="0">
                <a:solidFill>
                  <a:srgbClr val="0000FF"/>
                </a:solidFill>
                <a:latin typeface="Consolas" panose="020B0609020204030204" pitchFamily="49" charset="0"/>
              </a:rPr>
              <a:t> END</a:t>
            </a:r>
            <a:r>
              <a:rPr lang="en-GB" sz="7200" dirty="0">
                <a:solidFill>
                  <a:srgbClr val="000000"/>
                </a:solidFill>
                <a:latin typeface="Consolas" panose="020B0609020204030204" pitchFamily="49" charset="0"/>
              </a:rPr>
              <a:t> </a:t>
            </a:r>
            <a:r>
              <a:rPr lang="en-GB" sz="7200" dirty="0">
                <a:solidFill>
                  <a:srgbClr val="0000FF"/>
                </a:solidFill>
                <a:latin typeface="Consolas" panose="020B0609020204030204" pitchFamily="49" charset="0"/>
              </a:rPr>
              <a:t>AS</a:t>
            </a:r>
            <a:r>
              <a:rPr lang="en-GB" sz="7200" dirty="0">
                <a:solidFill>
                  <a:srgbClr val="000000"/>
                </a:solidFill>
                <a:latin typeface="Consolas" panose="020B0609020204030204" pitchFamily="49" charset="0"/>
              </a:rPr>
              <a:t> </a:t>
            </a:r>
            <a:r>
              <a:rPr lang="en-GB" sz="7200" dirty="0" err="1">
                <a:solidFill>
                  <a:srgbClr val="000000"/>
                </a:solidFill>
                <a:latin typeface="Consolas" panose="020B0609020204030204" pitchFamily="49" charset="0"/>
              </a:rPr>
              <a:t>bonus_amount</a:t>
            </a:r>
            <a:r>
              <a:rPr lang="en-GB" sz="7200" dirty="0">
                <a:solidFill>
                  <a:srgbClr val="000000"/>
                </a:solidFill>
                <a:latin typeface="Consolas" panose="020B0609020204030204" pitchFamily="49" charset="0"/>
              </a:rPr>
              <a:t> </a:t>
            </a:r>
            <a:r>
              <a:rPr lang="en-GB" sz="7200" dirty="0">
                <a:solidFill>
                  <a:srgbClr val="0000FF"/>
                </a:solidFill>
                <a:latin typeface="Consolas" panose="020B0609020204030204" pitchFamily="49" charset="0"/>
              </a:rPr>
              <a:t>FROM</a:t>
            </a:r>
            <a:r>
              <a:rPr lang="en-GB" sz="7200" dirty="0">
                <a:solidFill>
                  <a:srgbClr val="000000"/>
                </a:solidFill>
                <a:latin typeface="Consolas" panose="020B0609020204030204" pitchFamily="49" charset="0"/>
              </a:rPr>
              <a:t> Himanshu</a:t>
            </a:r>
            <a:r>
              <a:rPr lang="en-GB" sz="7200" dirty="0">
                <a:solidFill>
                  <a:srgbClr val="808080"/>
                </a:solidFill>
                <a:latin typeface="Consolas" panose="020B0609020204030204" pitchFamily="49" charset="0"/>
              </a:rPr>
              <a:t>;</a:t>
            </a:r>
          </a:p>
          <a:p>
            <a:pPr marL="114300" indent="0">
              <a:buNone/>
            </a:pPr>
            <a:r>
              <a:rPr lang="en-IN" sz="8000" b="1" dirty="0">
                <a:solidFill>
                  <a:schemeClr val="tx1"/>
                </a:solidFill>
                <a:latin typeface="Consolas" panose="020B0609020204030204" pitchFamily="49" charset="0"/>
              </a:rPr>
              <a:t>Result :</a:t>
            </a:r>
            <a:endParaRPr lang="en-IN" sz="8000" b="1" dirty="0">
              <a:solidFill>
                <a:schemeClr val="tx1"/>
              </a:solidFill>
            </a:endParaRPr>
          </a:p>
        </p:txBody>
      </p:sp>
      <p:sp>
        <p:nvSpPr>
          <p:cNvPr id="4" name="Slide Number Placeholder 3">
            <a:extLst>
              <a:ext uri="{FF2B5EF4-FFF2-40B4-BE49-F238E27FC236}">
                <a16:creationId xmlns:a16="http://schemas.microsoft.com/office/drawing/2014/main" id="{061E45D0-8E44-4280-040C-D4A9D0AA67D7}"/>
              </a:ext>
            </a:extLst>
          </p:cNvPr>
          <p:cNvSpPr>
            <a:spLocks noGrp="1"/>
          </p:cNvSpPr>
          <p:nvPr>
            <p:ph type="sldNum" idx="12"/>
          </p:nvPr>
        </p:nvSpPr>
        <p:spPr>
          <a:xfrm>
            <a:off x="13426034" y="9911198"/>
            <a:ext cx="4277320" cy="569325"/>
          </a:xfrm>
        </p:spPr>
        <p:txBody>
          <a:bodyPr/>
          <a:lstStyle/>
          <a:p>
            <a:pPr lvl="0"/>
            <a:fld id="{00000000-1234-1234-1234-123412341234}" type="slidenum">
              <a:rPr lang="en-US" smtClean="0"/>
              <a:pPr lvl="0"/>
              <a:t>12</a:t>
            </a:fld>
            <a:endParaRPr lang="en-US"/>
          </a:p>
        </p:txBody>
      </p:sp>
      <p:grpSp>
        <p:nvGrpSpPr>
          <p:cNvPr id="9" name="Google Shape;142;p15">
            <a:extLst>
              <a:ext uri="{FF2B5EF4-FFF2-40B4-BE49-F238E27FC236}">
                <a16:creationId xmlns:a16="http://schemas.microsoft.com/office/drawing/2014/main" id="{57C3D0E5-638F-3328-3D3B-B6AF308E0194}"/>
              </a:ext>
            </a:extLst>
          </p:cNvPr>
          <p:cNvGrpSpPr/>
          <p:nvPr/>
        </p:nvGrpSpPr>
        <p:grpSpPr>
          <a:xfrm>
            <a:off x="234976" y="377997"/>
            <a:ext cx="15071695" cy="827992"/>
            <a:chOff x="-16184" y="8640158"/>
            <a:chExt cx="4045716" cy="439420"/>
          </a:xfrm>
        </p:grpSpPr>
        <p:sp>
          <p:nvSpPr>
            <p:cNvPr id="10" name="Google Shape;143;p15">
              <a:extLst>
                <a:ext uri="{FF2B5EF4-FFF2-40B4-BE49-F238E27FC236}">
                  <a16:creationId xmlns:a16="http://schemas.microsoft.com/office/drawing/2014/main" id="{4176DF82-FD19-14C1-795C-BE57970BF0AD}"/>
                </a:ext>
              </a:extLst>
            </p:cNvPr>
            <p:cNvSpPr/>
            <p:nvPr/>
          </p:nvSpPr>
          <p:spPr>
            <a:xfrm>
              <a:off x="-16184" y="8640158"/>
              <a:ext cx="3923363" cy="439420"/>
            </a:xfrm>
            <a:custGeom>
              <a:avLst/>
              <a:gdLst/>
              <a:ahLst/>
              <a:cxnLst/>
              <a:rect l="l" t="t" r="r" b="b"/>
              <a:pathLst>
                <a:path w="3844925" h="439420" extrusionOk="0">
                  <a:moveTo>
                    <a:pt x="0" y="439204"/>
                  </a:moveTo>
                  <a:lnTo>
                    <a:pt x="3844798" y="439204"/>
                  </a:lnTo>
                  <a:lnTo>
                    <a:pt x="3844798" y="0"/>
                  </a:lnTo>
                  <a:lnTo>
                    <a:pt x="0" y="0"/>
                  </a:lnTo>
                  <a:lnTo>
                    <a:pt x="0" y="439204"/>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457200" marR="0" lvl="1" indent="0" algn="ctr" rtl="0">
                <a:spcBef>
                  <a:spcPts val="0"/>
                </a:spcBef>
                <a:spcAft>
                  <a:spcPts val="0"/>
                </a:spcAft>
                <a:buNone/>
              </a:pPr>
              <a:r>
                <a:rPr lang="en-IN" sz="4800" b="0" i="0" u="none" strike="noStrike" cap="none" dirty="0">
                  <a:solidFill>
                    <a:schemeClr val="lt1"/>
                  </a:solidFill>
                  <a:latin typeface="Calibri"/>
                  <a:ea typeface="Calibri"/>
                  <a:cs typeface="Calibri"/>
                  <a:sym typeface="Calibri"/>
                </a:rPr>
                <a:t>Objectives</a:t>
              </a:r>
              <a:endParaRPr sz="4800" b="0" i="0" u="none" strike="noStrike" cap="none" dirty="0">
                <a:solidFill>
                  <a:schemeClr val="lt1"/>
                </a:solidFill>
                <a:latin typeface="Calibri"/>
                <a:ea typeface="Calibri"/>
                <a:cs typeface="Calibri"/>
                <a:sym typeface="Calibri"/>
              </a:endParaRPr>
            </a:p>
          </p:txBody>
        </p:sp>
        <p:sp>
          <p:nvSpPr>
            <p:cNvPr id="11" name="Google Shape;144;p15">
              <a:extLst>
                <a:ext uri="{FF2B5EF4-FFF2-40B4-BE49-F238E27FC236}">
                  <a16:creationId xmlns:a16="http://schemas.microsoft.com/office/drawing/2014/main" id="{7CFEBBCD-DFBB-645D-5087-A852A1987587}"/>
                </a:ext>
              </a:extLst>
            </p:cNvPr>
            <p:cNvSpPr/>
            <p:nvPr/>
          </p:nvSpPr>
          <p:spPr>
            <a:xfrm>
              <a:off x="3800173" y="8640158"/>
              <a:ext cx="229359" cy="439420"/>
            </a:xfrm>
            <a:custGeom>
              <a:avLst/>
              <a:gdLst/>
              <a:ahLst/>
              <a:cxnLst/>
              <a:rect l="l" t="t" r="r" b="b"/>
              <a:pathLst>
                <a:path w="439420" h="439420" extrusionOk="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pic>
        <p:nvPicPr>
          <p:cNvPr id="8" name="Picture 7">
            <a:extLst>
              <a:ext uri="{FF2B5EF4-FFF2-40B4-BE49-F238E27FC236}">
                <a16:creationId xmlns:a16="http://schemas.microsoft.com/office/drawing/2014/main" id="{7A97EA8D-C494-00EF-97C9-3B92D51F2151}"/>
              </a:ext>
            </a:extLst>
          </p:cNvPr>
          <p:cNvPicPr>
            <a:picLocks noChangeAspect="1"/>
          </p:cNvPicPr>
          <p:nvPr/>
        </p:nvPicPr>
        <p:blipFill>
          <a:blip r:embed="rId2"/>
          <a:stretch>
            <a:fillRect/>
          </a:stretch>
        </p:blipFill>
        <p:spPr>
          <a:xfrm>
            <a:off x="976580" y="6540764"/>
            <a:ext cx="16302426" cy="3836497"/>
          </a:xfrm>
          <a:prstGeom prst="rect">
            <a:avLst/>
          </a:prstGeom>
          <a:ln w="228600" cap="sq" cmpd="thickThin">
            <a:solidFill>
              <a:srgbClr val="000000"/>
            </a:solidFill>
            <a:prstDash val="solid"/>
            <a:miter lim="800000"/>
          </a:ln>
          <a:effectLst>
            <a:innerShdw blurRad="76200">
              <a:srgbClr val="000000"/>
            </a:innerShdw>
          </a:effectLst>
        </p:spPr>
      </p:pic>
      <p:pic>
        <p:nvPicPr>
          <p:cNvPr id="12" name="Picture 11">
            <a:extLst>
              <a:ext uri="{FF2B5EF4-FFF2-40B4-BE49-F238E27FC236}">
                <a16:creationId xmlns:a16="http://schemas.microsoft.com/office/drawing/2014/main" id="{B493DF57-1398-A892-8535-2792615D18D4}"/>
              </a:ext>
            </a:extLst>
          </p:cNvPr>
          <p:cNvPicPr>
            <a:picLocks noChangeAspect="1"/>
          </p:cNvPicPr>
          <p:nvPr/>
        </p:nvPicPr>
        <p:blipFill>
          <a:blip r:embed="rId3"/>
          <a:stretch>
            <a:fillRect/>
          </a:stretch>
        </p:blipFill>
        <p:spPr>
          <a:xfrm>
            <a:off x="976580" y="6540764"/>
            <a:ext cx="16302426" cy="3836497"/>
          </a:xfrm>
          <a:prstGeom prst="rect">
            <a:avLst/>
          </a:prstGeom>
        </p:spPr>
      </p:pic>
    </p:spTree>
    <p:extLst>
      <p:ext uri="{BB962C8B-B14F-4D97-AF65-F5344CB8AC3E}">
        <p14:creationId xmlns:p14="http://schemas.microsoft.com/office/powerpoint/2010/main" val="33056839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3C0EA700-FF99-577E-8CE0-6A232202B6A4}"/>
              </a:ext>
            </a:extLst>
          </p:cNvPr>
          <p:cNvSpPr>
            <a:spLocks noGrp="1"/>
          </p:cNvSpPr>
          <p:nvPr>
            <p:ph type="title"/>
          </p:nvPr>
        </p:nvSpPr>
        <p:spPr>
          <a:xfrm>
            <a:off x="1309435" y="569326"/>
            <a:ext cx="16396395" cy="2066896"/>
          </a:xfrm>
        </p:spPr>
        <p:txBody>
          <a:bodyPr/>
          <a:lstStyle/>
          <a:p>
            <a:r>
              <a:rPr lang="en-IN" dirty="0"/>
              <a:t>   </a:t>
            </a:r>
          </a:p>
        </p:txBody>
      </p:sp>
      <p:sp>
        <p:nvSpPr>
          <p:cNvPr id="15" name="Text Placeholder 14">
            <a:extLst>
              <a:ext uri="{FF2B5EF4-FFF2-40B4-BE49-F238E27FC236}">
                <a16:creationId xmlns:a16="http://schemas.microsoft.com/office/drawing/2014/main" id="{BAE364F5-8CEB-FFA4-2665-2540348DAF13}"/>
              </a:ext>
            </a:extLst>
          </p:cNvPr>
          <p:cNvSpPr>
            <a:spLocks noGrp="1"/>
          </p:cNvSpPr>
          <p:nvPr>
            <p:ph type="body" idx="1"/>
          </p:nvPr>
        </p:nvSpPr>
        <p:spPr>
          <a:xfrm>
            <a:off x="630621" y="1232257"/>
            <a:ext cx="15355614" cy="827992"/>
          </a:xfrm>
        </p:spPr>
        <p:txBody>
          <a:bodyPr>
            <a:normAutofit fontScale="70000" lnSpcReduction="20000"/>
          </a:bodyPr>
          <a:lstStyle/>
          <a:p>
            <a:pPr algn="ctr"/>
            <a:r>
              <a:rPr lang="en-GB" sz="4500" dirty="0"/>
              <a:t>Objective 8 :- Identify Employees with Below Average Training Scores by Department:</a:t>
            </a:r>
            <a:endParaRPr lang="en-IN" dirty="0"/>
          </a:p>
        </p:txBody>
      </p:sp>
      <p:sp>
        <p:nvSpPr>
          <p:cNvPr id="16" name="Text Placeholder 15">
            <a:extLst>
              <a:ext uri="{FF2B5EF4-FFF2-40B4-BE49-F238E27FC236}">
                <a16:creationId xmlns:a16="http://schemas.microsoft.com/office/drawing/2014/main" id="{3D9661DF-CFA0-D460-D690-EF9AC251D379}"/>
              </a:ext>
            </a:extLst>
          </p:cNvPr>
          <p:cNvSpPr>
            <a:spLocks noGrp="1"/>
          </p:cNvSpPr>
          <p:nvPr>
            <p:ph type="body" idx="2"/>
          </p:nvPr>
        </p:nvSpPr>
        <p:spPr>
          <a:xfrm>
            <a:off x="520260" y="2060249"/>
            <a:ext cx="16616857" cy="1996745"/>
          </a:xfrm>
        </p:spPr>
        <p:txBody>
          <a:bodyPr>
            <a:normAutofit/>
          </a:bodyPr>
          <a:lstStyle/>
          <a:p>
            <a:pPr>
              <a:lnSpc>
                <a:spcPct val="110000"/>
              </a:lnSpc>
            </a:pPr>
            <a:r>
              <a:rPr lang="en-IN" sz="2400" b="1" dirty="0"/>
              <a:t>Functions Used  : </a:t>
            </a:r>
            <a:r>
              <a:rPr lang="en-IN" sz="2400" dirty="0"/>
              <a:t> Where, </a:t>
            </a:r>
            <a:r>
              <a:rPr lang="en-IN" sz="2400" dirty="0" err="1"/>
              <a:t>SubQuery</a:t>
            </a:r>
            <a:r>
              <a:rPr lang="en-IN" sz="2400" dirty="0"/>
              <a:t> </a:t>
            </a:r>
          </a:p>
          <a:p>
            <a:pPr algn="ctr">
              <a:lnSpc>
                <a:spcPct val="110000"/>
              </a:lnSpc>
            </a:pPr>
            <a:r>
              <a:rPr lang="en-IN" sz="2400" b="1" dirty="0"/>
              <a:t> Overview : </a:t>
            </a:r>
            <a:r>
              <a:rPr lang="en-GB" sz="2400" b="1" dirty="0"/>
              <a:t>I</a:t>
            </a:r>
            <a:r>
              <a:rPr lang="en-GB" sz="2400" dirty="0"/>
              <a:t>t helps identify employees who may need additional training or support compared to their peers within the same department... </a:t>
            </a:r>
            <a:endParaRPr lang="en-IN" sz="2400" dirty="0"/>
          </a:p>
        </p:txBody>
      </p:sp>
      <p:sp>
        <p:nvSpPr>
          <p:cNvPr id="18" name="Text Placeholder 17">
            <a:extLst>
              <a:ext uri="{FF2B5EF4-FFF2-40B4-BE49-F238E27FC236}">
                <a16:creationId xmlns:a16="http://schemas.microsoft.com/office/drawing/2014/main" id="{6765BE23-D49B-2B7B-C92C-A1EBFDEC8644}"/>
              </a:ext>
            </a:extLst>
          </p:cNvPr>
          <p:cNvSpPr>
            <a:spLocks noGrp="1"/>
          </p:cNvSpPr>
          <p:nvPr>
            <p:ph type="body" idx="4"/>
          </p:nvPr>
        </p:nvSpPr>
        <p:spPr>
          <a:xfrm>
            <a:off x="520260" y="3710897"/>
            <a:ext cx="17544207" cy="2312026"/>
          </a:xfrm>
        </p:spPr>
        <p:txBody>
          <a:bodyPr>
            <a:normAutofit fontScale="47500" lnSpcReduction="20000"/>
          </a:bodyPr>
          <a:lstStyle/>
          <a:p>
            <a:pPr marL="114300" indent="0">
              <a:buNone/>
            </a:pPr>
            <a:r>
              <a:rPr lang="en-IN" sz="7200" b="1" dirty="0">
                <a:solidFill>
                  <a:schemeClr val="tx1"/>
                </a:solidFill>
                <a:latin typeface="Consolas" panose="020B0609020204030204" pitchFamily="49" charset="0"/>
              </a:rPr>
              <a:t> </a:t>
            </a:r>
            <a:r>
              <a:rPr lang="en-IN" sz="5100" b="1" dirty="0">
                <a:solidFill>
                  <a:schemeClr val="tx1"/>
                </a:solidFill>
                <a:latin typeface="Consolas" panose="020B0609020204030204" pitchFamily="49" charset="0"/>
              </a:rPr>
              <a:t>Code</a:t>
            </a:r>
            <a:r>
              <a:rPr lang="en-IN" sz="5100" dirty="0"/>
              <a:t> :</a:t>
            </a:r>
          </a:p>
          <a:p>
            <a:r>
              <a:rPr lang="en-GB" sz="7200" dirty="0">
                <a:solidFill>
                  <a:srgbClr val="0000FF"/>
                </a:solidFill>
                <a:latin typeface="Consolas" panose="020B0609020204030204" pitchFamily="49" charset="0"/>
              </a:rPr>
              <a:t> </a:t>
            </a:r>
            <a:r>
              <a:rPr lang="en-GB" sz="5100" dirty="0">
                <a:solidFill>
                  <a:srgbClr val="0000FF"/>
                </a:solidFill>
                <a:latin typeface="Consolas" panose="020B0609020204030204" pitchFamily="49" charset="0"/>
              </a:rPr>
              <a:t>SELECT</a:t>
            </a:r>
            <a:r>
              <a:rPr lang="en-GB" sz="5100" dirty="0">
                <a:solidFill>
                  <a:srgbClr val="000000"/>
                </a:solidFill>
                <a:latin typeface="Consolas" panose="020B0609020204030204" pitchFamily="49" charset="0"/>
              </a:rPr>
              <a:t> </a:t>
            </a:r>
            <a:r>
              <a:rPr lang="en-GB" sz="5100" dirty="0">
                <a:solidFill>
                  <a:srgbClr val="808080"/>
                </a:solidFill>
                <a:latin typeface="Consolas" panose="020B0609020204030204" pitchFamily="49" charset="0"/>
              </a:rPr>
              <a:t>*</a:t>
            </a:r>
            <a:r>
              <a:rPr lang="en-GB" sz="5100" dirty="0">
                <a:solidFill>
                  <a:srgbClr val="000000"/>
                </a:solidFill>
                <a:latin typeface="Consolas" panose="020B0609020204030204" pitchFamily="49" charset="0"/>
              </a:rPr>
              <a:t> </a:t>
            </a:r>
            <a:r>
              <a:rPr lang="en-GB" sz="5100" dirty="0">
                <a:solidFill>
                  <a:srgbClr val="0000FF"/>
                </a:solidFill>
                <a:latin typeface="Consolas" panose="020B0609020204030204" pitchFamily="49" charset="0"/>
              </a:rPr>
              <a:t>FROM</a:t>
            </a:r>
            <a:r>
              <a:rPr lang="en-GB" sz="5100" dirty="0">
                <a:solidFill>
                  <a:srgbClr val="000000"/>
                </a:solidFill>
                <a:latin typeface="Consolas" panose="020B0609020204030204" pitchFamily="49" charset="0"/>
              </a:rPr>
              <a:t> Himanshu e </a:t>
            </a:r>
            <a:r>
              <a:rPr lang="en-GB" sz="5100" dirty="0">
                <a:solidFill>
                  <a:srgbClr val="0000FF"/>
                </a:solidFill>
                <a:latin typeface="Consolas" panose="020B0609020204030204" pitchFamily="49" charset="0"/>
              </a:rPr>
              <a:t>WHERE</a:t>
            </a:r>
            <a:r>
              <a:rPr lang="en-GB" sz="5100" dirty="0">
                <a:solidFill>
                  <a:srgbClr val="000000"/>
                </a:solidFill>
                <a:latin typeface="Consolas" panose="020B0609020204030204" pitchFamily="49" charset="0"/>
              </a:rPr>
              <a:t> </a:t>
            </a:r>
            <a:r>
              <a:rPr lang="en-GB" sz="5100" dirty="0" err="1">
                <a:solidFill>
                  <a:srgbClr val="000000"/>
                </a:solidFill>
                <a:latin typeface="Consolas" panose="020B0609020204030204" pitchFamily="49" charset="0"/>
              </a:rPr>
              <a:t>avg_training_score</a:t>
            </a:r>
            <a:r>
              <a:rPr lang="en-GB" sz="5100" dirty="0">
                <a:solidFill>
                  <a:srgbClr val="000000"/>
                </a:solidFill>
                <a:latin typeface="Consolas" panose="020B0609020204030204" pitchFamily="49" charset="0"/>
              </a:rPr>
              <a:t> </a:t>
            </a:r>
            <a:r>
              <a:rPr lang="en-GB" sz="5100" dirty="0">
                <a:solidFill>
                  <a:srgbClr val="808080"/>
                </a:solidFill>
                <a:latin typeface="Consolas" panose="020B0609020204030204" pitchFamily="49" charset="0"/>
              </a:rPr>
              <a:t>&lt;</a:t>
            </a:r>
            <a:r>
              <a:rPr lang="en-GB" sz="5100" dirty="0">
                <a:solidFill>
                  <a:srgbClr val="0000FF"/>
                </a:solidFill>
                <a:latin typeface="Consolas" panose="020B0609020204030204" pitchFamily="49" charset="0"/>
              </a:rPr>
              <a:t> </a:t>
            </a:r>
            <a:r>
              <a:rPr lang="en-GB" sz="5100" dirty="0">
                <a:solidFill>
                  <a:srgbClr val="808080"/>
                </a:solidFill>
                <a:latin typeface="Consolas" panose="020B0609020204030204" pitchFamily="49" charset="0"/>
              </a:rPr>
              <a:t>(</a:t>
            </a:r>
            <a:r>
              <a:rPr lang="en-GB" sz="5100" dirty="0">
                <a:solidFill>
                  <a:srgbClr val="000000"/>
                </a:solidFill>
                <a:latin typeface="Consolas" panose="020B0609020204030204" pitchFamily="49" charset="0"/>
              </a:rPr>
              <a:t> </a:t>
            </a:r>
            <a:r>
              <a:rPr lang="en-GB" sz="5100" dirty="0">
                <a:solidFill>
                  <a:srgbClr val="0000FF"/>
                </a:solidFill>
                <a:latin typeface="Consolas" panose="020B0609020204030204" pitchFamily="49" charset="0"/>
              </a:rPr>
              <a:t>SELECT</a:t>
            </a:r>
            <a:r>
              <a:rPr lang="en-GB" sz="5100" dirty="0">
                <a:solidFill>
                  <a:srgbClr val="000000"/>
                </a:solidFill>
                <a:latin typeface="Consolas" panose="020B0609020204030204" pitchFamily="49" charset="0"/>
              </a:rPr>
              <a:t> </a:t>
            </a:r>
            <a:r>
              <a:rPr lang="en-GB" sz="5100" dirty="0">
                <a:solidFill>
                  <a:srgbClr val="FF00FF"/>
                </a:solidFill>
                <a:latin typeface="Consolas" panose="020B0609020204030204" pitchFamily="49" charset="0"/>
              </a:rPr>
              <a:t>AVG</a:t>
            </a:r>
            <a:r>
              <a:rPr lang="en-GB" sz="5100" dirty="0">
                <a:solidFill>
                  <a:srgbClr val="808080"/>
                </a:solidFill>
                <a:latin typeface="Consolas" panose="020B0609020204030204" pitchFamily="49" charset="0"/>
              </a:rPr>
              <a:t>(</a:t>
            </a:r>
            <a:r>
              <a:rPr lang="en-GB" sz="5100" dirty="0" err="1">
                <a:solidFill>
                  <a:srgbClr val="000000"/>
                </a:solidFill>
                <a:latin typeface="Consolas" panose="020B0609020204030204" pitchFamily="49" charset="0"/>
              </a:rPr>
              <a:t>avg_training_score</a:t>
            </a:r>
            <a:r>
              <a:rPr lang="en-GB" sz="5100" dirty="0">
                <a:solidFill>
                  <a:srgbClr val="808080"/>
                </a:solidFill>
                <a:latin typeface="Consolas" panose="020B0609020204030204" pitchFamily="49" charset="0"/>
              </a:rPr>
              <a:t>)</a:t>
            </a:r>
            <a:r>
              <a:rPr lang="en-GB" sz="5100" dirty="0">
                <a:solidFill>
                  <a:srgbClr val="0000FF"/>
                </a:solidFill>
                <a:latin typeface="Consolas" panose="020B0609020204030204" pitchFamily="49" charset="0"/>
              </a:rPr>
              <a:t>from</a:t>
            </a:r>
            <a:r>
              <a:rPr lang="en-GB" sz="5100" dirty="0">
                <a:solidFill>
                  <a:srgbClr val="000000"/>
                </a:solidFill>
                <a:latin typeface="Consolas" panose="020B0609020204030204" pitchFamily="49" charset="0"/>
              </a:rPr>
              <a:t> Himanshu</a:t>
            </a:r>
          </a:p>
          <a:p>
            <a:pPr marL="114300" indent="0">
              <a:buNone/>
            </a:pPr>
            <a:r>
              <a:rPr lang="en-IN" sz="5100" dirty="0">
                <a:solidFill>
                  <a:srgbClr val="000000"/>
                </a:solidFill>
                <a:latin typeface="Consolas" panose="020B0609020204030204" pitchFamily="49" charset="0"/>
              </a:rPr>
              <a:t>    </a:t>
            </a:r>
            <a:r>
              <a:rPr lang="en-IN" sz="5100" dirty="0">
                <a:solidFill>
                  <a:srgbClr val="0000FF"/>
                </a:solidFill>
                <a:latin typeface="Consolas" panose="020B0609020204030204" pitchFamily="49" charset="0"/>
              </a:rPr>
              <a:t>WHERE</a:t>
            </a:r>
            <a:r>
              <a:rPr lang="en-IN" sz="5100" dirty="0">
                <a:solidFill>
                  <a:srgbClr val="000000"/>
                </a:solidFill>
                <a:latin typeface="Consolas" panose="020B0609020204030204" pitchFamily="49" charset="0"/>
              </a:rPr>
              <a:t> department </a:t>
            </a:r>
            <a:r>
              <a:rPr lang="en-IN" sz="5100" dirty="0">
                <a:solidFill>
                  <a:srgbClr val="808080"/>
                </a:solidFill>
                <a:latin typeface="Consolas" panose="020B0609020204030204" pitchFamily="49" charset="0"/>
              </a:rPr>
              <a:t>=</a:t>
            </a:r>
            <a:r>
              <a:rPr lang="en-IN" sz="5100" dirty="0">
                <a:solidFill>
                  <a:srgbClr val="000000"/>
                </a:solidFill>
                <a:latin typeface="Consolas" panose="020B0609020204030204" pitchFamily="49" charset="0"/>
              </a:rPr>
              <a:t> </a:t>
            </a:r>
            <a:r>
              <a:rPr lang="en-IN" sz="5100" dirty="0" err="1">
                <a:solidFill>
                  <a:srgbClr val="000000"/>
                </a:solidFill>
                <a:latin typeface="Consolas" panose="020B0609020204030204" pitchFamily="49" charset="0"/>
              </a:rPr>
              <a:t>e</a:t>
            </a:r>
            <a:r>
              <a:rPr lang="en-IN" sz="5100" dirty="0" err="1">
                <a:solidFill>
                  <a:srgbClr val="808080"/>
                </a:solidFill>
                <a:latin typeface="Consolas" panose="020B0609020204030204" pitchFamily="49" charset="0"/>
              </a:rPr>
              <a:t>.</a:t>
            </a:r>
            <a:r>
              <a:rPr lang="en-IN" sz="5100" dirty="0" err="1">
                <a:solidFill>
                  <a:srgbClr val="000000"/>
                </a:solidFill>
                <a:latin typeface="Consolas" panose="020B0609020204030204" pitchFamily="49" charset="0"/>
              </a:rPr>
              <a:t>department</a:t>
            </a:r>
            <a:r>
              <a:rPr lang="en-IN" sz="5100" dirty="0">
                <a:solidFill>
                  <a:srgbClr val="808080"/>
                </a:solidFill>
                <a:latin typeface="Consolas" panose="020B0609020204030204" pitchFamily="49" charset="0"/>
              </a:rPr>
              <a:t>);</a:t>
            </a:r>
            <a:endParaRPr lang="en-GB" sz="5100" dirty="0">
              <a:solidFill>
                <a:srgbClr val="808080"/>
              </a:solidFill>
              <a:latin typeface="Consolas" panose="020B0609020204030204" pitchFamily="49" charset="0"/>
            </a:endParaRPr>
          </a:p>
          <a:p>
            <a:pPr marL="114300" indent="0">
              <a:buNone/>
            </a:pPr>
            <a:r>
              <a:rPr lang="en-IN" sz="5100" b="1" dirty="0">
                <a:solidFill>
                  <a:schemeClr val="tx1"/>
                </a:solidFill>
                <a:latin typeface="Consolas" panose="020B0609020204030204" pitchFamily="49" charset="0"/>
              </a:rPr>
              <a:t> Result :</a:t>
            </a:r>
            <a:endParaRPr lang="en-IN" sz="5100" b="1" dirty="0">
              <a:solidFill>
                <a:schemeClr val="tx1"/>
              </a:solidFill>
            </a:endParaRPr>
          </a:p>
        </p:txBody>
      </p:sp>
      <p:sp>
        <p:nvSpPr>
          <p:cNvPr id="4" name="Slide Number Placeholder 3">
            <a:extLst>
              <a:ext uri="{FF2B5EF4-FFF2-40B4-BE49-F238E27FC236}">
                <a16:creationId xmlns:a16="http://schemas.microsoft.com/office/drawing/2014/main" id="{061E45D0-8E44-4280-040C-D4A9D0AA67D7}"/>
              </a:ext>
            </a:extLst>
          </p:cNvPr>
          <p:cNvSpPr>
            <a:spLocks noGrp="1"/>
          </p:cNvSpPr>
          <p:nvPr>
            <p:ph type="sldNum" idx="12"/>
          </p:nvPr>
        </p:nvSpPr>
        <p:spPr>
          <a:xfrm>
            <a:off x="13426034" y="9911198"/>
            <a:ext cx="4277320" cy="569325"/>
          </a:xfrm>
        </p:spPr>
        <p:txBody>
          <a:bodyPr/>
          <a:lstStyle/>
          <a:p>
            <a:pPr lvl="0"/>
            <a:fld id="{00000000-1234-1234-1234-123412341234}" type="slidenum">
              <a:rPr lang="en-US" smtClean="0"/>
              <a:pPr lvl="0"/>
              <a:t>13</a:t>
            </a:fld>
            <a:endParaRPr lang="en-US"/>
          </a:p>
        </p:txBody>
      </p:sp>
      <p:grpSp>
        <p:nvGrpSpPr>
          <p:cNvPr id="9" name="Google Shape;142;p15">
            <a:extLst>
              <a:ext uri="{FF2B5EF4-FFF2-40B4-BE49-F238E27FC236}">
                <a16:creationId xmlns:a16="http://schemas.microsoft.com/office/drawing/2014/main" id="{57C3D0E5-638F-3328-3D3B-B6AF308E0194}"/>
              </a:ext>
            </a:extLst>
          </p:cNvPr>
          <p:cNvGrpSpPr/>
          <p:nvPr/>
        </p:nvGrpSpPr>
        <p:grpSpPr>
          <a:xfrm>
            <a:off x="234976" y="377997"/>
            <a:ext cx="15071695" cy="827992"/>
            <a:chOff x="-16184" y="8640158"/>
            <a:chExt cx="4045716" cy="439420"/>
          </a:xfrm>
        </p:grpSpPr>
        <p:sp>
          <p:nvSpPr>
            <p:cNvPr id="10" name="Google Shape;143;p15">
              <a:extLst>
                <a:ext uri="{FF2B5EF4-FFF2-40B4-BE49-F238E27FC236}">
                  <a16:creationId xmlns:a16="http://schemas.microsoft.com/office/drawing/2014/main" id="{4176DF82-FD19-14C1-795C-BE57970BF0AD}"/>
                </a:ext>
              </a:extLst>
            </p:cNvPr>
            <p:cNvSpPr/>
            <p:nvPr/>
          </p:nvSpPr>
          <p:spPr>
            <a:xfrm>
              <a:off x="-16184" y="8640158"/>
              <a:ext cx="3923363" cy="439420"/>
            </a:xfrm>
            <a:custGeom>
              <a:avLst/>
              <a:gdLst/>
              <a:ahLst/>
              <a:cxnLst/>
              <a:rect l="l" t="t" r="r" b="b"/>
              <a:pathLst>
                <a:path w="3844925" h="439420" extrusionOk="0">
                  <a:moveTo>
                    <a:pt x="0" y="439204"/>
                  </a:moveTo>
                  <a:lnTo>
                    <a:pt x="3844798" y="439204"/>
                  </a:lnTo>
                  <a:lnTo>
                    <a:pt x="3844798" y="0"/>
                  </a:lnTo>
                  <a:lnTo>
                    <a:pt x="0" y="0"/>
                  </a:lnTo>
                  <a:lnTo>
                    <a:pt x="0" y="439204"/>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457200" marR="0" lvl="1" indent="0" algn="ctr" rtl="0">
                <a:spcBef>
                  <a:spcPts val="0"/>
                </a:spcBef>
                <a:spcAft>
                  <a:spcPts val="0"/>
                </a:spcAft>
                <a:buNone/>
              </a:pPr>
              <a:r>
                <a:rPr lang="en-IN" sz="4800" b="0" i="0" u="none" strike="noStrike" cap="none" dirty="0">
                  <a:solidFill>
                    <a:schemeClr val="lt1"/>
                  </a:solidFill>
                  <a:latin typeface="Calibri"/>
                  <a:ea typeface="Calibri"/>
                  <a:cs typeface="Calibri"/>
                  <a:sym typeface="Calibri"/>
                </a:rPr>
                <a:t>Objectives</a:t>
              </a:r>
              <a:endParaRPr sz="4800" b="0" i="0" u="none" strike="noStrike" cap="none" dirty="0">
                <a:solidFill>
                  <a:schemeClr val="lt1"/>
                </a:solidFill>
                <a:latin typeface="Calibri"/>
                <a:ea typeface="Calibri"/>
                <a:cs typeface="Calibri"/>
                <a:sym typeface="Calibri"/>
              </a:endParaRPr>
            </a:p>
          </p:txBody>
        </p:sp>
        <p:sp>
          <p:nvSpPr>
            <p:cNvPr id="11" name="Google Shape;144;p15">
              <a:extLst>
                <a:ext uri="{FF2B5EF4-FFF2-40B4-BE49-F238E27FC236}">
                  <a16:creationId xmlns:a16="http://schemas.microsoft.com/office/drawing/2014/main" id="{7CFEBBCD-DFBB-645D-5087-A852A1987587}"/>
                </a:ext>
              </a:extLst>
            </p:cNvPr>
            <p:cNvSpPr/>
            <p:nvPr/>
          </p:nvSpPr>
          <p:spPr>
            <a:xfrm>
              <a:off x="3800173" y="8640158"/>
              <a:ext cx="229359" cy="439420"/>
            </a:xfrm>
            <a:custGeom>
              <a:avLst/>
              <a:gdLst/>
              <a:ahLst/>
              <a:cxnLst/>
              <a:rect l="l" t="t" r="r" b="b"/>
              <a:pathLst>
                <a:path w="439420" h="439420" extrusionOk="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pic>
        <p:nvPicPr>
          <p:cNvPr id="8" name="Picture 7">
            <a:extLst>
              <a:ext uri="{FF2B5EF4-FFF2-40B4-BE49-F238E27FC236}">
                <a16:creationId xmlns:a16="http://schemas.microsoft.com/office/drawing/2014/main" id="{7A97EA8D-C494-00EF-97C9-3B92D51F2151}"/>
              </a:ext>
            </a:extLst>
          </p:cNvPr>
          <p:cNvPicPr>
            <a:picLocks noChangeAspect="1"/>
          </p:cNvPicPr>
          <p:nvPr/>
        </p:nvPicPr>
        <p:blipFill>
          <a:blip r:embed="rId2"/>
          <a:stretch>
            <a:fillRect/>
          </a:stretch>
        </p:blipFill>
        <p:spPr>
          <a:xfrm>
            <a:off x="976580" y="6540764"/>
            <a:ext cx="16302426" cy="3836497"/>
          </a:xfrm>
          <a:prstGeom prst="rect">
            <a:avLst/>
          </a:prstGeom>
          <a:ln w="228600" cap="sq" cmpd="thickThin">
            <a:solidFill>
              <a:srgbClr val="000000"/>
            </a:solidFill>
            <a:prstDash val="solid"/>
            <a:miter lim="800000"/>
          </a:ln>
          <a:effectLst>
            <a:innerShdw blurRad="76200">
              <a:srgbClr val="000000"/>
            </a:innerShdw>
          </a:effectLst>
        </p:spPr>
      </p:pic>
      <p:pic>
        <p:nvPicPr>
          <p:cNvPr id="12" name="Picture 11">
            <a:extLst>
              <a:ext uri="{FF2B5EF4-FFF2-40B4-BE49-F238E27FC236}">
                <a16:creationId xmlns:a16="http://schemas.microsoft.com/office/drawing/2014/main" id="{B493DF57-1398-A892-8535-2792615D18D4}"/>
              </a:ext>
            </a:extLst>
          </p:cNvPr>
          <p:cNvPicPr>
            <a:picLocks noChangeAspect="1"/>
          </p:cNvPicPr>
          <p:nvPr/>
        </p:nvPicPr>
        <p:blipFill>
          <a:blip r:embed="rId3"/>
          <a:stretch>
            <a:fillRect/>
          </a:stretch>
        </p:blipFill>
        <p:spPr>
          <a:xfrm>
            <a:off x="976580" y="6540764"/>
            <a:ext cx="16302426" cy="3836497"/>
          </a:xfrm>
          <a:prstGeom prst="rect">
            <a:avLst/>
          </a:prstGeom>
        </p:spPr>
      </p:pic>
      <p:pic>
        <p:nvPicPr>
          <p:cNvPr id="5" name="Picture 4">
            <a:extLst>
              <a:ext uri="{FF2B5EF4-FFF2-40B4-BE49-F238E27FC236}">
                <a16:creationId xmlns:a16="http://schemas.microsoft.com/office/drawing/2014/main" id="{2C853F20-AEA0-9818-B787-8196B7D864B3}"/>
              </a:ext>
            </a:extLst>
          </p:cNvPr>
          <p:cNvPicPr>
            <a:picLocks noChangeAspect="1"/>
          </p:cNvPicPr>
          <p:nvPr/>
        </p:nvPicPr>
        <p:blipFill>
          <a:blip r:embed="rId4"/>
          <a:stretch>
            <a:fillRect/>
          </a:stretch>
        </p:blipFill>
        <p:spPr>
          <a:xfrm>
            <a:off x="976581" y="6522342"/>
            <a:ext cx="16302426" cy="3854919"/>
          </a:xfrm>
          <a:prstGeom prst="rect">
            <a:avLst/>
          </a:prstGeom>
        </p:spPr>
      </p:pic>
    </p:spTree>
    <p:extLst>
      <p:ext uri="{BB962C8B-B14F-4D97-AF65-F5344CB8AC3E}">
        <p14:creationId xmlns:p14="http://schemas.microsoft.com/office/powerpoint/2010/main" val="20532083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3C0EA700-FF99-577E-8CE0-6A232202B6A4}"/>
              </a:ext>
            </a:extLst>
          </p:cNvPr>
          <p:cNvSpPr>
            <a:spLocks noGrp="1"/>
          </p:cNvSpPr>
          <p:nvPr>
            <p:ph type="title"/>
          </p:nvPr>
        </p:nvSpPr>
        <p:spPr>
          <a:xfrm>
            <a:off x="1309435" y="569326"/>
            <a:ext cx="16396395" cy="2066896"/>
          </a:xfrm>
        </p:spPr>
        <p:txBody>
          <a:bodyPr/>
          <a:lstStyle/>
          <a:p>
            <a:r>
              <a:rPr lang="en-IN" dirty="0"/>
              <a:t>   </a:t>
            </a:r>
          </a:p>
        </p:txBody>
      </p:sp>
      <p:sp>
        <p:nvSpPr>
          <p:cNvPr id="15" name="Text Placeholder 14">
            <a:extLst>
              <a:ext uri="{FF2B5EF4-FFF2-40B4-BE49-F238E27FC236}">
                <a16:creationId xmlns:a16="http://schemas.microsoft.com/office/drawing/2014/main" id="{BAE364F5-8CEB-FFA4-2665-2540348DAF13}"/>
              </a:ext>
            </a:extLst>
          </p:cNvPr>
          <p:cNvSpPr>
            <a:spLocks noGrp="1"/>
          </p:cNvSpPr>
          <p:nvPr>
            <p:ph type="body" idx="1"/>
          </p:nvPr>
        </p:nvSpPr>
        <p:spPr>
          <a:xfrm>
            <a:off x="630621" y="1232257"/>
            <a:ext cx="15355614" cy="827992"/>
          </a:xfrm>
        </p:spPr>
        <p:txBody>
          <a:bodyPr>
            <a:normAutofit/>
          </a:bodyPr>
          <a:lstStyle/>
          <a:p>
            <a:pPr algn="ctr"/>
            <a:r>
              <a:rPr lang="en-GB" sz="3200" dirty="0"/>
              <a:t>Objective 9 :- Calculate Average Age and Length of Service by Department:</a:t>
            </a:r>
            <a:endParaRPr lang="en-IN" sz="3200" dirty="0"/>
          </a:p>
        </p:txBody>
      </p:sp>
      <p:sp>
        <p:nvSpPr>
          <p:cNvPr id="16" name="Text Placeholder 15">
            <a:extLst>
              <a:ext uri="{FF2B5EF4-FFF2-40B4-BE49-F238E27FC236}">
                <a16:creationId xmlns:a16="http://schemas.microsoft.com/office/drawing/2014/main" id="{3D9661DF-CFA0-D460-D690-EF9AC251D379}"/>
              </a:ext>
            </a:extLst>
          </p:cNvPr>
          <p:cNvSpPr>
            <a:spLocks noGrp="1"/>
          </p:cNvSpPr>
          <p:nvPr>
            <p:ph type="body" idx="2"/>
          </p:nvPr>
        </p:nvSpPr>
        <p:spPr>
          <a:xfrm>
            <a:off x="520260" y="2060249"/>
            <a:ext cx="16616857" cy="1996745"/>
          </a:xfrm>
        </p:spPr>
        <p:txBody>
          <a:bodyPr>
            <a:normAutofit/>
          </a:bodyPr>
          <a:lstStyle/>
          <a:p>
            <a:pPr>
              <a:lnSpc>
                <a:spcPct val="110000"/>
              </a:lnSpc>
            </a:pPr>
            <a:r>
              <a:rPr lang="en-IN" sz="2400" b="1" dirty="0"/>
              <a:t>Functions Used  : </a:t>
            </a:r>
            <a:r>
              <a:rPr lang="en-IN" sz="2400" dirty="0"/>
              <a:t> CTE, AVG, Group BY , Condition as CTE , ROUND</a:t>
            </a:r>
          </a:p>
          <a:p>
            <a:pPr algn="ctr">
              <a:lnSpc>
                <a:spcPct val="110000"/>
              </a:lnSpc>
            </a:pPr>
            <a:r>
              <a:rPr lang="en-IN" sz="2400" b="1" dirty="0"/>
              <a:t> Overview : </a:t>
            </a:r>
            <a:r>
              <a:rPr lang="en-GB" sz="2400" dirty="0"/>
              <a:t>This query provides a summary table showing the average age and average length of service for each department. It can be useful for understanding demographic and tenure trends within different departments of the organization.</a:t>
            </a:r>
            <a:endParaRPr lang="en-IN" sz="2400" dirty="0"/>
          </a:p>
        </p:txBody>
      </p:sp>
      <p:sp>
        <p:nvSpPr>
          <p:cNvPr id="18" name="Text Placeholder 17">
            <a:extLst>
              <a:ext uri="{FF2B5EF4-FFF2-40B4-BE49-F238E27FC236}">
                <a16:creationId xmlns:a16="http://schemas.microsoft.com/office/drawing/2014/main" id="{6765BE23-D49B-2B7B-C92C-A1EBFDEC8644}"/>
              </a:ext>
            </a:extLst>
          </p:cNvPr>
          <p:cNvSpPr>
            <a:spLocks noGrp="1"/>
          </p:cNvSpPr>
          <p:nvPr>
            <p:ph type="body" idx="4"/>
          </p:nvPr>
        </p:nvSpPr>
        <p:spPr>
          <a:xfrm>
            <a:off x="520260" y="3710897"/>
            <a:ext cx="17544207" cy="2312026"/>
          </a:xfrm>
        </p:spPr>
        <p:txBody>
          <a:bodyPr>
            <a:normAutofit fontScale="62500" lnSpcReduction="20000"/>
          </a:bodyPr>
          <a:lstStyle/>
          <a:p>
            <a:r>
              <a:rPr lang="en-IN" sz="5100" b="1" dirty="0">
                <a:solidFill>
                  <a:schemeClr val="tx1"/>
                </a:solidFill>
                <a:latin typeface="Consolas" panose="020B0609020204030204" pitchFamily="49" charset="0"/>
              </a:rPr>
              <a:t>Code</a:t>
            </a:r>
            <a:r>
              <a:rPr lang="en-IN" sz="5100" dirty="0"/>
              <a:t> :</a:t>
            </a:r>
          </a:p>
          <a:p>
            <a:pPr marL="114300" indent="0">
              <a:buNone/>
            </a:pPr>
            <a:r>
              <a:rPr lang="en-GB" sz="3400" dirty="0">
                <a:solidFill>
                  <a:srgbClr val="0000FF"/>
                </a:solidFill>
                <a:latin typeface="Consolas" panose="020B0609020204030204" pitchFamily="49" charset="0"/>
              </a:rPr>
              <a:t>   WITH</a:t>
            </a:r>
            <a:r>
              <a:rPr lang="en-GB" sz="3400" dirty="0">
                <a:solidFill>
                  <a:srgbClr val="000000"/>
                </a:solidFill>
                <a:latin typeface="Consolas" panose="020B0609020204030204" pitchFamily="49" charset="0"/>
              </a:rPr>
              <a:t> </a:t>
            </a:r>
            <a:r>
              <a:rPr lang="en-GB" sz="3400" dirty="0" err="1">
                <a:solidFill>
                  <a:srgbClr val="000000"/>
                </a:solidFill>
                <a:latin typeface="Consolas" panose="020B0609020204030204" pitchFamily="49" charset="0"/>
              </a:rPr>
              <a:t>department_stats</a:t>
            </a:r>
            <a:r>
              <a:rPr lang="en-GB" sz="3400" dirty="0">
                <a:solidFill>
                  <a:srgbClr val="000000"/>
                </a:solidFill>
                <a:latin typeface="Consolas" panose="020B0609020204030204" pitchFamily="49" charset="0"/>
              </a:rPr>
              <a:t> </a:t>
            </a:r>
            <a:r>
              <a:rPr lang="en-GB" sz="3400" dirty="0">
                <a:solidFill>
                  <a:srgbClr val="0000FF"/>
                </a:solidFill>
                <a:latin typeface="Consolas" panose="020B0609020204030204" pitchFamily="49" charset="0"/>
              </a:rPr>
              <a:t>AS </a:t>
            </a:r>
            <a:r>
              <a:rPr lang="en-GB" sz="3400" dirty="0">
                <a:solidFill>
                  <a:srgbClr val="808080"/>
                </a:solidFill>
                <a:latin typeface="Consolas" panose="020B0609020204030204" pitchFamily="49" charset="0"/>
              </a:rPr>
              <a:t>(</a:t>
            </a:r>
            <a:r>
              <a:rPr lang="en-GB" sz="3400" dirty="0">
                <a:solidFill>
                  <a:srgbClr val="0000FF"/>
                </a:solidFill>
                <a:latin typeface="Consolas" panose="020B0609020204030204" pitchFamily="49" charset="0"/>
              </a:rPr>
              <a:t>SELECT</a:t>
            </a:r>
            <a:r>
              <a:rPr lang="en-GB" sz="3400" dirty="0">
                <a:solidFill>
                  <a:srgbClr val="000000"/>
                </a:solidFill>
                <a:latin typeface="Consolas" panose="020B0609020204030204" pitchFamily="49" charset="0"/>
              </a:rPr>
              <a:t> department</a:t>
            </a:r>
            <a:r>
              <a:rPr lang="en-GB" sz="3400" dirty="0">
                <a:solidFill>
                  <a:srgbClr val="808080"/>
                </a:solidFill>
                <a:latin typeface="Consolas" panose="020B0609020204030204" pitchFamily="49" charset="0"/>
              </a:rPr>
              <a:t>,</a:t>
            </a:r>
            <a:r>
              <a:rPr lang="en-GB" sz="3400" dirty="0">
                <a:solidFill>
                  <a:srgbClr val="000000"/>
                </a:solidFill>
                <a:latin typeface="Consolas" panose="020B0609020204030204" pitchFamily="49" charset="0"/>
              </a:rPr>
              <a:t> ROUND(</a:t>
            </a:r>
            <a:r>
              <a:rPr lang="en-GB" sz="3400" dirty="0">
                <a:solidFill>
                  <a:srgbClr val="FF00FF"/>
                </a:solidFill>
                <a:latin typeface="Consolas" panose="020B0609020204030204" pitchFamily="49" charset="0"/>
              </a:rPr>
              <a:t>AVG</a:t>
            </a:r>
            <a:r>
              <a:rPr lang="en-GB" sz="3400" dirty="0">
                <a:solidFill>
                  <a:srgbClr val="808080"/>
                </a:solidFill>
                <a:latin typeface="Consolas" panose="020B0609020204030204" pitchFamily="49" charset="0"/>
              </a:rPr>
              <a:t>(</a:t>
            </a:r>
            <a:r>
              <a:rPr lang="en-GB" sz="3400" dirty="0">
                <a:solidFill>
                  <a:srgbClr val="000000"/>
                </a:solidFill>
                <a:latin typeface="Consolas" panose="020B0609020204030204" pitchFamily="49" charset="0"/>
              </a:rPr>
              <a:t>age</a:t>
            </a:r>
            <a:r>
              <a:rPr lang="en-GB" sz="3400" dirty="0">
                <a:solidFill>
                  <a:srgbClr val="808080"/>
                </a:solidFill>
                <a:latin typeface="Consolas" panose="020B0609020204030204" pitchFamily="49" charset="0"/>
              </a:rPr>
              <a:t>),2)</a:t>
            </a:r>
            <a:r>
              <a:rPr lang="en-GB" sz="3400" dirty="0">
                <a:solidFill>
                  <a:srgbClr val="000000"/>
                </a:solidFill>
                <a:latin typeface="Consolas" panose="020B0609020204030204" pitchFamily="49" charset="0"/>
              </a:rPr>
              <a:t> </a:t>
            </a:r>
            <a:r>
              <a:rPr lang="en-GB" sz="3400" dirty="0">
                <a:solidFill>
                  <a:srgbClr val="0000FF"/>
                </a:solidFill>
                <a:latin typeface="Consolas" panose="020B0609020204030204" pitchFamily="49" charset="0"/>
              </a:rPr>
              <a:t>AS</a:t>
            </a:r>
            <a:r>
              <a:rPr lang="en-GB" sz="3400" dirty="0">
                <a:solidFill>
                  <a:srgbClr val="000000"/>
                </a:solidFill>
                <a:latin typeface="Consolas" panose="020B0609020204030204" pitchFamily="49" charset="0"/>
              </a:rPr>
              <a:t> </a:t>
            </a:r>
            <a:r>
              <a:rPr lang="en-GB" sz="3400" dirty="0" err="1">
                <a:solidFill>
                  <a:srgbClr val="000000"/>
                </a:solidFill>
                <a:latin typeface="Consolas" panose="020B0609020204030204" pitchFamily="49" charset="0"/>
              </a:rPr>
              <a:t>avg_age</a:t>
            </a:r>
            <a:r>
              <a:rPr lang="en-GB" sz="3400" dirty="0">
                <a:solidFill>
                  <a:srgbClr val="808080"/>
                </a:solidFill>
                <a:latin typeface="Consolas" panose="020B0609020204030204" pitchFamily="49" charset="0"/>
              </a:rPr>
              <a:t>,</a:t>
            </a:r>
            <a:r>
              <a:rPr lang="en-GB" sz="3400" dirty="0">
                <a:solidFill>
                  <a:srgbClr val="000000"/>
                </a:solidFill>
                <a:latin typeface="Consolas" panose="020B0609020204030204" pitchFamily="49" charset="0"/>
              </a:rPr>
              <a:t> ROUND(</a:t>
            </a:r>
            <a:r>
              <a:rPr lang="en-GB" sz="3400" dirty="0">
                <a:solidFill>
                  <a:srgbClr val="FF00FF"/>
                </a:solidFill>
                <a:latin typeface="Consolas" panose="020B0609020204030204" pitchFamily="49" charset="0"/>
              </a:rPr>
              <a:t>AVG</a:t>
            </a:r>
            <a:r>
              <a:rPr lang="en-GB" sz="3400" dirty="0">
                <a:solidFill>
                  <a:srgbClr val="808080"/>
                </a:solidFill>
                <a:latin typeface="Consolas" panose="020B0609020204030204" pitchFamily="49" charset="0"/>
              </a:rPr>
              <a:t>(</a:t>
            </a:r>
            <a:r>
              <a:rPr lang="en-GB" sz="3400" dirty="0" err="1">
                <a:solidFill>
                  <a:srgbClr val="000000"/>
                </a:solidFill>
                <a:latin typeface="Consolas" panose="020B0609020204030204" pitchFamily="49" charset="0"/>
              </a:rPr>
              <a:t>length_of_service</a:t>
            </a:r>
            <a:r>
              <a:rPr lang="en-GB" sz="3400" dirty="0">
                <a:solidFill>
                  <a:srgbClr val="808080"/>
                </a:solidFill>
                <a:latin typeface="Consolas" panose="020B0609020204030204" pitchFamily="49" charset="0"/>
              </a:rPr>
              <a:t>),2)</a:t>
            </a:r>
            <a:r>
              <a:rPr lang="en-GB" sz="3400" dirty="0">
                <a:solidFill>
                  <a:srgbClr val="000000"/>
                </a:solidFill>
                <a:latin typeface="Consolas" panose="020B0609020204030204" pitchFamily="49" charset="0"/>
              </a:rPr>
              <a:t> </a:t>
            </a:r>
            <a:r>
              <a:rPr lang="en-GB" sz="3400" dirty="0">
                <a:solidFill>
                  <a:srgbClr val="0000FF"/>
                </a:solidFill>
                <a:latin typeface="Consolas" panose="020B0609020204030204" pitchFamily="49" charset="0"/>
              </a:rPr>
              <a:t>AS</a:t>
            </a:r>
            <a:r>
              <a:rPr lang="en-GB" sz="3400" dirty="0">
                <a:solidFill>
                  <a:srgbClr val="000000"/>
                </a:solidFill>
                <a:latin typeface="Consolas" panose="020B0609020204030204" pitchFamily="49" charset="0"/>
              </a:rPr>
              <a:t> </a:t>
            </a:r>
            <a:r>
              <a:rPr lang="en-GB" sz="3400" dirty="0" err="1">
                <a:solidFill>
                  <a:srgbClr val="000000"/>
                </a:solidFill>
                <a:latin typeface="Consolas" panose="020B0609020204030204" pitchFamily="49" charset="0"/>
              </a:rPr>
              <a:t>avg_service_length</a:t>
            </a:r>
            <a:endParaRPr lang="en-GB" sz="3400" dirty="0">
              <a:solidFill>
                <a:srgbClr val="000000"/>
              </a:solidFill>
              <a:latin typeface="Consolas" panose="020B0609020204030204" pitchFamily="49" charset="0"/>
            </a:endParaRPr>
          </a:p>
          <a:p>
            <a:pPr marL="114300" indent="0">
              <a:buNone/>
            </a:pPr>
            <a:r>
              <a:rPr lang="en-GB" sz="3400" dirty="0">
                <a:solidFill>
                  <a:srgbClr val="0000FF"/>
                </a:solidFill>
                <a:latin typeface="Consolas" panose="020B0609020204030204" pitchFamily="49" charset="0"/>
              </a:rPr>
              <a:t>    FROM</a:t>
            </a:r>
            <a:r>
              <a:rPr lang="en-GB" sz="3400" dirty="0">
                <a:solidFill>
                  <a:srgbClr val="000000"/>
                </a:solidFill>
                <a:latin typeface="Consolas" panose="020B0609020204030204" pitchFamily="49" charset="0"/>
              </a:rPr>
              <a:t> Himanshu </a:t>
            </a:r>
            <a:r>
              <a:rPr lang="en-GB" sz="3400" dirty="0">
                <a:solidFill>
                  <a:srgbClr val="0000FF"/>
                </a:solidFill>
                <a:latin typeface="Consolas" panose="020B0609020204030204" pitchFamily="49" charset="0"/>
              </a:rPr>
              <a:t>GROUP</a:t>
            </a:r>
            <a:r>
              <a:rPr lang="en-GB" sz="3400" dirty="0">
                <a:solidFill>
                  <a:srgbClr val="000000"/>
                </a:solidFill>
                <a:latin typeface="Consolas" panose="020B0609020204030204" pitchFamily="49" charset="0"/>
              </a:rPr>
              <a:t> </a:t>
            </a:r>
            <a:r>
              <a:rPr lang="en-GB" sz="3400" dirty="0">
                <a:solidFill>
                  <a:srgbClr val="0000FF"/>
                </a:solidFill>
                <a:latin typeface="Consolas" panose="020B0609020204030204" pitchFamily="49" charset="0"/>
              </a:rPr>
              <a:t>BY</a:t>
            </a:r>
            <a:r>
              <a:rPr lang="en-GB" sz="3400" dirty="0">
                <a:solidFill>
                  <a:srgbClr val="000000"/>
                </a:solidFill>
                <a:latin typeface="Consolas" panose="020B0609020204030204" pitchFamily="49" charset="0"/>
              </a:rPr>
              <a:t> department</a:t>
            </a:r>
            <a:r>
              <a:rPr lang="en-GB" sz="3400" dirty="0">
                <a:solidFill>
                  <a:srgbClr val="808080"/>
                </a:solidFill>
                <a:latin typeface="Consolas" panose="020B0609020204030204" pitchFamily="49" charset="0"/>
              </a:rPr>
              <a:t>)</a:t>
            </a:r>
            <a:r>
              <a:rPr lang="en-GB" sz="3400" dirty="0">
                <a:solidFill>
                  <a:srgbClr val="0000FF"/>
                </a:solidFill>
                <a:latin typeface="Consolas" panose="020B0609020204030204" pitchFamily="49" charset="0"/>
              </a:rPr>
              <a:t>SELECT</a:t>
            </a:r>
            <a:r>
              <a:rPr lang="en-GB" sz="3400" dirty="0">
                <a:solidFill>
                  <a:srgbClr val="000000"/>
                </a:solidFill>
                <a:latin typeface="Consolas" panose="020B0609020204030204" pitchFamily="49" charset="0"/>
              </a:rPr>
              <a:t> </a:t>
            </a:r>
            <a:r>
              <a:rPr lang="en-GB" sz="3400" dirty="0">
                <a:solidFill>
                  <a:srgbClr val="808080"/>
                </a:solidFill>
                <a:latin typeface="Consolas" panose="020B0609020204030204" pitchFamily="49" charset="0"/>
              </a:rPr>
              <a:t>*</a:t>
            </a:r>
            <a:r>
              <a:rPr lang="en-GB" sz="3400" dirty="0">
                <a:solidFill>
                  <a:srgbClr val="000000"/>
                </a:solidFill>
                <a:latin typeface="Consolas" panose="020B0609020204030204" pitchFamily="49" charset="0"/>
              </a:rPr>
              <a:t> </a:t>
            </a:r>
            <a:r>
              <a:rPr lang="en-GB" sz="3400" dirty="0">
                <a:solidFill>
                  <a:srgbClr val="0000FF"/>
                </a:solidFill>
                <a:latin typeface="Consolas" panose="020B0609020204030204" pitchFamily="49" charset="0"/>
              </a:rPr>
              <a:t>FROM</a:t>
            </a:r>
            <a:r>
              <a:rPr lang="en-GB" sz="3400" dirty="0">
                <a:solidFill>
                  <a:srgbClr val="000000"/>
                </a:solidFill>
                <a:latin typeface="Consolas" panose="020B0609020204030204" pitchFamily="49" charset="0"/>
              </a:rPr>
              <a:t> </a:t>
            </a:r>
            <a:r>
              <a:rPr lang="en-GB" sz="3400" dirty="0" err="1">
                <a:solidFill>
                  <a:srgbClr val="000000"/>
                </a:solidFill>
                <a:latin typeface="Consolas" panose="020B0609020204030204" pitchFamily="49" charset="0"/>
              </a:rPr>
              <a:t>department_stats</a:t>
            </a:r>
            <a:r>
              <a:rPr lang="en-GB" sz="3400" dirty="0">
                <a:solidFill>
                  <a:srgbClr val="808080"/>
                </a:solidFill>
                <a:latin typeface="Consolas" panose="020B0609020204030204" pitchFamily="49" charset="0"/>
              </a:rPr>
              <a:t>;</a:t>
            </a:r>
            <a:r>
              <a:rPr lang="en-IN" sz="3400" b="1" dirty="0">
                <a:solidFill>
                  <a:schemeClr val="tx1"/>
                </a:solidFill>
                <a:latin typeface="Consolas" panose="020B0609020204030204" pitchFamily="49" charset="0"/>
              </a:rPr>
              <a:t> </a:t>
            </a:r>
          </a:p>
          <a:p>
            <a:r>
              <a:rPr lang="en-IN" sz="5100" b="1" dirty="0">
                <a:solidFill>
                  <a:schemeClr val="tx1"/>
                </a:solidFill>
                <a:latin typeface="Consolas" panose="020B0609020204030204" pitchFamily="49" charset="0"/>
              </a:rPr>
              <a:t>Result :</a:t>
            </a:r>
            <a:endParaRPr lang="en-IN" sz="5100" b="1" dirty="0">
              <a:solidFill>
                <a:schemeClr val="tx1"/>
              </a:solidFill>
            </a:endParaRPr>
          </a:p>
        </p:txBody>
      </p:sp>
      <p:sp>
        <p:nvSpPr>
          <p:cNvPr id="4" name="Slide Number Placeholder 3">
            <a:extLst>
              <a:ext uri="{FF2B5EF4-FFF2-40B4-BE49-F238E27FC236}">
                <a16:creationId xmlns:a16="http://schemas.microsoft.com/office/drawing/2014/main" id="{061E45D0-8E44-4280-040C-D4A9D0AA67D7}"/>
              </a:ext>
            </a:extLst>
          </p:cNvPr>
          <p:cNvSpPr>
            <a:spLocks noGrp="1"/>
          </p:cNvSpPr>
          <p:nvPr>
            <p:ph type="sldNum" idx="12"/>
          </p:nvPr>
        </p:nvSpPr>
        <p:spPr>
          <a:xfrm>
            <a:off x="13426034" y="9911198"/>
            <a:ext cx="4277320" cy="569325"/>
          </a:xfrm>
        </p:spPr>
        <p:txBody>
          <a:bodyPr/>
          <a:lstStyle/>
          <a:p>
            <a:pPr lvl="0"/>
            <a:fld id="{00000000-1234-1234-1234-123412341234}" type="slidenum">
              <a:rPr lang="en-US" smtClean="0"/>
              <a:pPr lvl="0"/>
              <a:t>14</a:t>
            </a:fld>
            <a:endParaRPr lang="en-US"/>
          </a:p>
        </p:txBody>
      </p:sp>
      <p:grpSp>
        <p:nvGrpSpPr>
          <p:cNvPr id="9" name="Google Shape;142;p15">
            <a:extLst>
              <a:ext uri="{FF2B5EF4-FFF2-40B4-BE49-F238E27FC236}">
                <a16:creationId xmlns:a16="http://schemas.microsoft.com/office/drawing/2014/main" id="{57C3D0E5-638F-3328-3D3B-B6AF308E0194}"/>
              </a:ext>
            </a:extLst>
          </p:cNvPr>
          <p:cNvGrpSpPr/>
          <p:nvPr/>
        </p:nvGrpSpPr>
        <p:grpSpPr>
          <a:xfrm>
            <a:off x="234976" y="377997"/>
            <a:ext cx="15071695" cy="827992"/>
            <a:chOff x="-16184" y="8640158"/>
            <a:chExt cx="4045716" cy="439420"/>
          </a:xfrm>
        </p:grpSpPr>
        <p:sp>
          <p:nvSpPr>
            <p:cNvPr id="10" name="Google Shape;143;p15">
              <a:extLst>
                <a:ext uri="{FF2B5EF4-FFF2-40B4-BE49-F238E27FC236}">
                  <a16:creationId xmlns:a16="http://schemas.microsoft.com/office/drawing/2014/main" id="{4176DF82-FD19-14C1-795C-BE57970BF0AD}"/>
                </a:ext>
              </a:extLst>
            </p:cNvPr>
            <p:cNvSpPr/>
            <p:nvPr/>
          </p:nvSpPr>
          <p:spPr>
            <a:xfrm>
              <a:off x="-16184" y="8640158"/>
              <a:ext cx="3923363" cy="439420"/>
            </a:xfrm>
            <a:custGeom>
              <a:avLst/>
              <a:gdLst/>
              <a:ahLst/>
              <a:cxnLst/>
              <a:rect l="l" t="t" r="r" b="b"/>
              <a:pathLst>
                <a:path w="3844925" h="439420" extrusionOk="0">
                  <a:moveTo>
                    <a:pt x="0" y="439204"/>
                  </a:moveTo>
                  <a:lnTo>
                    <a:pt x="3844798" y="439204"/>
                  </a:lnTo>
                  <a:lnTo>
                    <a:pt x="3844798" y="0"/>
                  </a:lnTo>
                  <a:lnTo>
                    <a:pt x="0" y="0"/>
                  </a:lnTo>
                  <a:lnTo>
                    <a:pt x="0" y="439204"/>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457200" marR="0" lvl="1" indent="0" algn="ctr" rtl="0">
                <a:spcBef>
                  <a:spcPts val="0"/>
                </a:spcBef>
                <a:spcAft>
                  <a:spcPts val="0"/>
                </a:spcAft>
                <a:buNone/>
              </a:pPr>
              <a:r>
                <a:rPr lang="en-IN" sz="4800" b="0" i="0" u="none" strike="noStrike" cap="none" dirty="0">
                  <a:solidFill>
                    <a:schemeClr val="lt1"/>
                  </a:solidFill>
                  <a:latin typeface="Calibri"/>
                  <a:ea typeface="Calibri"/>
                  <a:cs typeface="Calibri"/>
                  <a:sym typeface="Calibri"/>
                </a:rPr>
                <a:t>Objectives</a:t>
              </a:r>
              <a:endParaRPr sz="4800" b="0" i="0" u="none" strike="noStrike" cap="none" dirty="0">
                <a:solidFill>
                  <a:schemeClr val="lt1"/>
                </a:solidFill>
                <a:latin typeface="Calibri"/>
                <a:ea typeface="Calibri"/>
                <a:cs typeface="Calibri"/>
                <a:sym typeface="Calibri"/>
              </a:endParaRPr>
            </a:p>
          </p:txBody>
        </p:sp>
        <p:sp>
          <p:nvSpPr>
            <p:cNvPr id="11" name="Google Shape;144;p15">
              <a:extLst>
                <a:ext uri="{FF2B5EF4-FFF2-40B4-BE49-F238E27FC236}">
                  <a16:creationId xmlns:a16="http://schemas.microsoft.com/office/drawing/2014/main" id="{7CFEBBCD-DFBB-645D-5087-A852A1987587}"/>
                </a:ext>
              </a:extLst>
            </p:cNvPr>
            <p:cNvSpPr/>
            <p:nvPr/>
          </p:nvSpPr>
          <p:spPr>
            <a:xfrm>
              <a:off x="3800173" y="8640158"/>
              <a:ext cx="229359" cy="439420"/>
            </a:xfrm>
            <a:custGeom>
              <a:avLst/>
              <a:gdLst/>
              <a:ahLst/>
              <a:cxnLst/>
              <a:rect l="l" t="t" r="r" b="b"/>
              <a:pathLst>
                <a:path w="439420" h="439420" extrusionOk="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pic>
        <p:nvPicPr>
          <p:cNvPr id="8" name="Picture 7">
            <a:extLst>
              <a:ext uri="{FF2B5EF4-FFF2-40B4-BE49-F238E27FC236}">
                <a16:creationId xmlns:a16="http://schemas.microsoft.com/office/drawing/2014/main" id="{7A97EA8D-C494-00EF-97C9-3B92D51F2151}"/>
              </a:ext>
            </a:extLst>
          </p:cNvPr>
          <p:cNvPicPr>
            <a:picLocks noChangeAspect="1"/>
          </p:cNvPicPr>
          <p:nvPr/>
        </p:nvPicPr>
        <p:blipFill>
          <a:blip r:embed="rId2"/>
          <a:stretch>
            <a:fillRect/>
          </a:stretch>
        </p:blipFill>
        <p:spPr>
          <a:xfrm>
            <a:off x="976580" y="6540764"/>
            <a:ext cx="16302426" cy="3836497"/>
          </a:xfrm>
          <a:prstGeom prst="rect">
            <a:avLst/>
          </a:prstGeom>
          <a:ln w="228600" cap="sq" cmpd="thickThin">
            <a:solidFill>
              <a:srgbClr val="000000"/>
            </a:solidFill>
            <a:prstDash val="solid"/>
            <a:miter lim="800000"/>
          </a:ln>
          <a:effectLst>
            <a:innerShdw blurRad="76200">
              <a:srgbClr val="000000"/>
            </a:innerShdw>
          </a:effectLst>
        </p:spPr>
      </p:pic>
      <p:pic>
        <p:nvPicPr>
          <p:cNvPr id="12" name="Picture 11">
            <a:extLst>
              <a:ext uri="{FF2B5EF4-FFF2-40B4-BE49-F238E27FC236}">
                <a16:creationId xmlns:a16="http://schemas.microsoft.com/office/drawing/2014/main" id="{B493DF57-1398-A892-8535-2792615D18D4}"/>
              </a:ext>
            </a:extLst>
          </p:cNvPr>
          <p:cNvPicPr>
            <a:picLocks noChangeAspect="1"/>
          </p:cNvPicPr>
          <p:nvPr/>
        </p:nvPicPr>
        <p:blipFill>
          <a:blip r:embed="rId3"/>
          <a:stretch>
            <a:fillRect/>
          </a:stretch>
        </p:blipFill>
        <p:spPr>
          <a:xfrm>
            <a:off x="976580" y="6540764"/>
            <a:ext cx="16302426" cy="3836497"/>
          </a:xfrm>
          <a:prstGeom prst="rect">
            <a:avLst/>
          </a:prstGeom>
        </p:spPr>
      </p:pic>
      <p:pic>
        <p:nvPicPr>
          <p:cNvPr id="5" name="Picture 4">
            <a:extLst>
              <a:ext uri="{FF2B5EF4-FFF2-40B4-BE49-F238E27FC236}">
                <a16:creationId xmlns:a16="http://schemas.microsoft.com/office/drawing/2014/main" id="{2C853F20-AEA0-9818-B787-8196B7D864B3}"/>
              </a:ext>
            </a:extLst>
          </p:cNvPr>
          <p:cNvPicPr>
            <a:picLocks noChangeAspect="1"/>
          </p:cNvPicPr>
          <p:nvPr/>
        </p:nvPicPr>
        <p:blipFill>
          <a:blip r:embed="rId4"/>
          <a:stretch>
            <a:fillRect/>
          </a:stretch>
        </p:blipFill>
        <p:spPr>
          <a:xfrm>
            <a:off x="976581" y="6522342"/>
            <a:ext cx="16302426" cy="3854919"/>
          </a:xfrm>
          <a:prstGeom prst="rect">
            <a:avLst/>
          </a:prstGeom>
        </p:spPr>
      </p:pic>
      <p:pic>
        <p:nvPicPr>
          <p:cNvPr id="3" name="Picture 2">
            <a:extLst>
              <a:ext uri="{FF2B5EF4-FFF2-40B4-BE49-F238E27FC236}">
                <a16:creationId xmlns:a16="http://schemas.microsoft.com/office/drawing/2014/main" id="{25ED7D39-A714-FBAF-50FE-DD1386424DB1}"/>
              </a:ext>
            </a:extLst>
          </p:cNvPr>
          <p:cNvPicPr>
            <a:picLocks noChangeAspect="1"/>
          </p:cNvPicPr>
          <p:nvPr/>
        </p:nvPicPr>
        <p:blipFill>
          <a:blip r:embed="rId5"/>
          <a:stretch>
            <a:fillRect/>
          </a:stretch>
        </p:blipFill>
        <p:spPr>
          <a:xfrm>
            <a:off x="976579" y="6540764"/>
            <a:ext cx="16302425" cy="3774639"/>
          </a:xfrm>
          <a:prstGeom prst="rect">
            <a:avLst/>
          </a:prstGeom>
        </p:spPr>
      </p:pic>
    </p:spTree>
    <p:extLst>
      <p:ext uri="{BB962C8B-B14F-4D97-AF65-F5344CB8AC3E}">
        <p14:creationId xmlns:p14="http://schemas.microsoft.com/office/powerpoint/2010/main" val="25623363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3C0EA700-FF99-577E-8CE0-6A232202B6A4}"/>
              </a:ext>
            </a:extLst>
          </p:cNvPr>
          <p:cNvSpPr>
            <a:spLocks noGrp="1"/>
          </p:cNvSpPr>
          <p:nvPr>
            <p:ph type="title"/>
          </p:nvPr>
        </p:nvSpPr>
        <p:spPr>
          <a:xfrm>
            <a:off x="1309435" y="569326"/>
            <a:ext cx="16396395" cy="2066896"/>
          </a:xfrm>
        </p:spPr>
        <p:txBody>
          <a:bodyPr/>
          <a:lstStyle/>
          <a:p>
            <a:r>
              <a:rPr lang="en-IN" dirty="0"/>
              <a:t>   </a:t>
            </a:r>
          </a:p>
        </p:txBody>
      </p:sp>
      <p:sp>
        <p:nvSpPr>
          <p:cNvPr id="15" name="Text Placeholder 14">
            <a:extLst>
              <a:ext uri="{FF2B5EF4-FFF2-40B4-BE49-F238E27FC236}">
                <a16:creationId xmlns:a16="http://schemas.microsoft.com/office/drawing/2014/main" id="{BAE364F5-8CEB-FFA4-2665-2540348DAF13}"/>
              </a:ext>
            </a:extLst>
          </p:cNvPr>
          <p:cNvSpPr>
            <a:spLocks noGrp="1"/>
          </p:cNvSpPr>
          <p:nvPr>
            <p:ph type="body" idx="1"/>
          </p:nvPr>
        </p:nvSpPr>
        <p:spPr>
          <a:xfrm>
            <a:off x="630621" y="1232257"/>
            <a:ext cx="15355614" cy="827992"/>
          </a:xfrm>
        </p:spPr>
        <p:txBody>
          <a:bodyPr>
            <a:normAutofit fontScale="55000" lnSpcReduction="20000"/>
          </a:bodyPr>
          <a:lstStyle/>
          <a:p>
            <a:pPr algn="ctr"/>
            <a:r>
              <a:rPr lang="en-GB" sz="4500" dirty="0"/>
              <a:t>Objective 10 :- Window Function to Rank Employees by Average Training Score within Each Department</a:t>
            </a:r>
            <a:endParaRPr lang="en-IN" dirty="0"/>
          </a:p>
        </p:txBody>
      </p:sp>
      <p:sp>
        <p:nvSpPr>
          <p:cNvPr id="16" name="Text Placeholder 15">
            <a:extLst>
              <a:ext uri="{FF2B5EF4-FFF2-40B4-BE49-F238E27FC236}">
                <a16:creationId xmlns:a16="http://schemas.microsoft.com/office/drawing/2014/main" id="{3D9661DF-CFA0-D460-D690-EF9AC251D379}"/>
              </a:ext>
            </a:extLst>
          </p:cNvPr>
          <p:cNvSpPr>
            <a:spLocks noGrp="1"/>
          </p:cNvSpPr>
          <p:nvPr>
            <p:ph type="body" idx="2"/>
          </p:nvPr>
        </p:nvSpPr>
        <p:spPr>
          <a:xfrm>
            <a:off x="520260" y="2060249"/>
            <a:ext cx="16616857" cy="1996745"/>
          </a:xfrm>
        </p:spPr>
        <p:txBody>
          <a:bodyPr>
            <a:normAutofit/>
          </a:bodyPr>
          <a:lstStyle/>
          <a:p>
            <a:pPr>
              <a:lnSpc>
                <a:spcPct val="110000"/>
              </a:lnSpc>
            </a:pPr>
            <a:r>
              <a:rPr lang="en-IN" sz="2400" b="1" dirty="0"/>
              <a:t>Functions Used  : </a:t>
            </a:r>
            <a:r>
              <a:rPr lang="en-IN" sz="2400" dirty="0"/>
              <a:t>RANK, PARTITION BY, Order By, DESC</a:t>
            </a:r>
          </a:p>
          <a:p>
            <a:pPr>
              <a:lnSpc>
                <a:spcPct val="110000"/>
              </a:lnSpc>
            </a:pPr>
            <a:r>
              <a:rPr lang="en-IN" sz="2400" b="1" dirty="0"/>
              <a:t>Overview : </a:t>
            </a:r>
            <a:r>
              <a:rPr lang="en-GB" sz="2400" dirty="0"/>
              <a:t>This query ranks employees based on their average training scores within their respective departments. The rank is assigned such that the highest training score gets the rank of 1 within each department..</a:t>
            </a:r>
            <a:endParaRPr lang="en-IN" sz="2400" dirty="0"/>
          </a:p>
        </p:txBody>
      </p:sp>
      <p:sp>
        <p:nvSpPr>
          <p:cNvPr id="18" name="Text Placeholder 17">
            <a:extLst>
              <a:ext uri="{FF2B5EF4-FFF2-40B4-BE49-F238E27FC236}">
                <a16:creationId xmlns:a16="http://schemas.microsoft.com/office/drawing/2014/main" id="{6765BE23-D49B-2B7B-C92C-A1EBFDEC8644}"/>
              </a:ext>
            </a:extLst>
          </p:cNvPr>
          <p:cNvSpPr>
            <a:spLocks noGrp="1"/>
          </p:cNvSpPr>
          <p:nvPr>
            <p:ph type="body" idx="4"/>
          </p:nvPr>
        </p:nvSpPr>
        <p:spPr>
          <a:xfrm>
            <a:off x="520260" y="3710897"/>
            <a:ext cx="17544207" cy="2312026"/>
          </a:xfrm>
        </p:spPr>
        <p:txBody>
          <a:bodyPr>
            <a:normAutofit fontScale="47500" lnSpcReduction="20000"/>
          </a:bodyPr>
          <a:lstStyle/>
          <a:p>
            <a:r>
              <a:rPr lang="en-IN" sz="5100" b="1" dirty="0">
                <a:solidFill>
                  <a:schemeClr val="tx1"/>
                </a:solidFill>
                <a:latin typeface="Consolas" panose="020B0609020204030204" pitchFamily="49" charset="0"/>
              </a:rPr>
              <a:t>Code</a:t>
            </a:r>
            <a:r>
              <a:rPr lang="en-IN" sz="5100" dirty="0"/>
              <a:t> :</a:t>
            </a:r>
          </a:p>
          <a:p>
            <a:pPr marL="114300" indent="0">
              <a:buNone/>
            </a:pPr>
            <a:r>
              <a:rPr lang="en-GB" sz="3400" dirty="0">
                <a:solidFill>
                  <a:srgbClr val="0000FF"/>
                </a:solidFill>
                <a:latin typeface="Consolas" panose="020B0609020204030204" pitchFamily="49" charset="0"/>
              </a:rPr>
              <a:t>    </a:t>
            </a:r>
            <a:r>
              <a:rPr lang="en-IN" sz="4400" dirty="0">
                <a:solidFill>
                  <a:srgbClr val="0000FF"/>
                </a:solidFill>
                <a:latin typeface="Consolas" panose="020B0609020204030204" pitchFamily="49" charset="0"/>
              </a:rPr>
              <a:t>SELECT</a:t>
            </a:r>
            <a:r>
              <a:rPr lang="en-IN" sz="4400" dirty="0">
                <a:solidFill>
                  <a:srgbClr val="000000"/>
                </a:solidFill>
                <a:latin typeface="Consolas" panose="020B0609020204030204" pitchFamily="49" charset="0"/>
              </a:rPr>
              <a:t> </a:t>
            </a:r>
            <a:r>
              <a:rPr lang="en-GB" sz="4200" dirty="0" err="1">
                <a:solidFill>
                  <a:srgbClr val="000000"/>
                </a:solidFill>
                <a:latin typeface="Consolas" panose="020B0609020204030204" pitchFamily="49" charset="0"/>
              </a:rPr>
              <a:t>employee_id</a:t>
            </a:r>
            <a:r>
              <a:rPr lang="en-GB" sz="4200" dirty="0" err="1">
                <a:solidFill>
                  <a:srgbClr val="808080"/>
                </a:solidFill>
                <a:latin typeface="Consolas" panose="020B0609020204030204" pitchFamily="49" charset="0"/>
              </a:rPr>
              <a:t>,</a:t>
            </a:r>
            <a:r>
              <a:rPr lang="en-GB" sz="4200" dirty="0" err="1">
                <a:solidFill>
                  <a:srgbClr val="000000"/>
                </a:solidFill>
                <a:latin typeface="Consolas" panose="020B0609020204030204" pitchFamily="49" charset="0"/>
              </a:rPr>
              <a:t>avg_training_score</a:t>
            </a:r>
            <a:r>
              <a:rPr lang="en-GB" sz="4200" dirty="0">
                <a:solidFill>
                  <a:srgbClr val="808080"/>
                </a:solidFill>
                <a:latin typeface="Consolas" panose="020B0609020204030204" pitchFamily="49" charset="0"/>
              </a:rPr>
              <a:t>,</a:t>
            </a:r>
            <a:r>
              <a:rPr lang="en-IN" sz="4400" dirty="0">
                <a:solidFill>
                  <a:srgbClr val="808080"/>
                </a:solidFill>
                <a:latin typeface="Consolas" panose="020B0609020204030204" pitchFamily="49" charset="0"/>
              </a:rPr>
              <a:t>,</a:t>
            </a:r>
          </a:p>
          <a:p>
            <a:pPr marL="114300" indent="0">
              <a:buNone/>
            </a:pPr>
            <a:r>
              <a:rPr lang="en-IN" sz="4400" dirty="0">
                <a:solidFill>
                  <a:srgbClr val="808080"/>
                </a:solidFill>
                <a:latin typeface="Consolas" panose="020B0609020204030204" pitchFamily="49" charset="0"/>
              </a:rPr>
              <a:t>   </a:t>
            </a:r>
            <a:r>
              <a:rPr lang="en-GB" sz="4400" dirty="0">
                <a:solidFill>
                  <a:srgbClr val="FF00FF"/>
                </a:solidFill>
                <a:latin typeface="Consolas" panose="020B0609020204030204" pitchFamily="49" charset="0"/>
              </a:rPr>
              <a:t>RANK</a:t>
            </a:r>
            <a:r>
              <a:rPr lang="en-GB" sz="4400" dirty="0">
                <a:solidFill>
                  <a:srgbClr val="808080"/>
                </a:solidFill>
                <a:latin typeface="Consolas" panose="020B0609020204030204" pitchFamily="49" charset="0"/>
              </a:rPr>
              <a:t>()</a:t>
            </a:r>
            <a:r>
              <a:rPr lang="en-GB" sz="4400" dirty="0">
                <a:solidFill>
                  <a:srgbClr val="000000"/>
                </a:solidFill>
                <a:latin typeface="Consolas" panose="020B0609020204030204" pitchFamily="49" charset="0"/>
              </a:rPr>
              <a:t> </a:t>
            </a:r>
            <a:r>
              <a:rPr lang="en-GB" sz="4400" dirty="0">
                <a:solidFill>
                  <a:srgbClr val="0000FF"/>
                </a:solidFill>
                <a:latin typeface="Consolas" panose="020B0609020204030204" pitchFamily="49" charset="0"/>
              </a:rPr>
              <a:t>OVER </a:t>
            </a:r>
            <a:r>
              <a:rPr lang="en-GB" sz="4400" dirty="0">
                <a:solidFill>
                  <a:srgbClr val="808080"/>
                </a:solidFill>
                <a:latin typeface="Consolas" panose="020B0609020204030204" pitchFamily="49" charset="0"/>
              </a:rPr>
              <a:t>(</a:t>
            </a:r>
            <a:r>
              <a:rPr lang="en-GB" sz="4400" dirty="0">
                <a:solidFill>
                  <a:srgbClr val="0000FF"/>
                </a:solidFill>
                <a:latin typeface="Consolas" panose="020B0609020204030204" pitchFamily="49" charset="0"/>
              </a:rPr>
              <a:t>PARTITION</a:t>
            </a:r>
            <a:r>
              <a:rPr lang="en-GB" sz="4400" dirty="0">
                <a:solidFill>
                  <a:srgbClr val="000000"/>
                </a:solidFill>
                <a:latin typeface="Consolas" panose="020B0609020204030204" pitchFamily="49" charset="0"/>
              </a:rPr>
              <a:t> </a:t>
            </a:r>
            <a:r>
              <a:rPr lang="en-GB" sz="4400" dirty="0">
                <a:solidFill>
                  <a:srgbClr val="0000FF"/>
                </a:solidFill>
                <a:latin typeface="Consolas" panose="020B0609020204030204" pitchFamily="49" charset="0"/>
              </a:rPr>
              <a:t>BY</a:t>
            </a:r>
            <a:r>
              <a:rPr lang="en-GB" sz="4400" dirty="0">
                <a:solidFill>
                  <a:srgbClr val="000000"/>
                </a:solidFill>
                <a:latin typeface="Consolas" panose="020B0609020204030204" pitchFamily="49" charset="0"/>
              </a:rPr>
              <a:t> department </a:t>
            </a:r>
            <a:r>
              <a:rPr lang="en-GB" sz="4400" dirty="0">
                <a:solidFill>
                  <a:srgbClr val="0000FF"/>
                </a:solidFill>
                <a:latin typeface="Consolas" panose="020B0609020204030204" pitchFamily="49" charset="0"/>
              </a:rPr>
              <a:t>ORDER</a:t>
            </a:r>
            <a:r>
              <a:rPr lang="en-GB" sz="4400" dirty="0">
                <a:solidFill>
                  <a:srgbClr val="000000"/>
                </a:solidFill>
                <a:latin typeface="Consolas" panose="020B0609020204030204" pitchFamily="49" charset="0"/>
              </a:rPr>
              <a:t> </a:t>
            </a:r>
            <a:r>
              <a:rPr lang="en-GB" sz="4400" dirty="0">
                <a:solidFill>
                  <a:srgbClr val="0000FF"/>
                </a:solidFill>
                <a:latin typeface="Consolas" panose="020B0609020204030204" pitchFamily="49" charset="0"/>
              </a:rPr>
              <a:t>BY</a:t>
            </a:r>
            <a:r>
              <a:rPr lang="en-GB" sz="4400" dirty="0">
                <a:solidFill>
                  <a:srgbClr val="000000"/>
                </a:solidFill>
                <a:latin typeface="Consolas" panose="020B0609020204030204" pitchFamily="49" charset="0"/>
              </a:rPr>
              <a:t> </a:t>
            </a:r>
            <a:r>
              <a:rPr lang="en-GB" sz="4400" dirty="0" err="1">
                <a:solidFill>
                  <a:srgbClr val="000000"/>
                </a:solidFill>
                <a:latin typeface="Consolas" panose="020B0609020204030204" pitchFamily="49" charset="0"/>
              </a:rPr>
              <a:t>avg_training_score</a:t>
            </a:r>
            <a:r>
              <a:rPr lang="en-GB" sz="4400" dirty="0">
                <a:solidFill>
                  <a:srgbClr val="000000"/>
                </a:solidFill>
                <a:latin typeface="Consolas" panose="020B0609020204030204" pitchFamily="49" charset="0"/>
              </a:rPr>
              <a:t> </a:t>
            </a:r>
            <a:r>
              <a:rPr lang="en-GB" sz="4400" dirty="0">
                <a:solidFill>
                  <a:srgbClr val="0000FF"/>
                </a:solidFill>
                <a:latin typeface="Consolas" panose="020B0609020204030204" pitchFamily="49" charset="0"/>
              </a:rPr>
              <a:t>DESC</a:t>
            </a:r>
            <a:r>
              <a:rPr lang="en-GB" sz="4400" dirty="0">
                <a:solidFill>
                  <a:srgbClr val="808080"/>
                </a:solidFill>
                <a:latin typeface="Consolas" panose="020B0609020204030204" pitchFamily="49" charset="0"/>
              </a:rPr>
              <a:t>)</a:t>
            </a:r>
            <a:r>
              <a:rPr lang="en-GB" sz="4400" dirty="0">
                <a:solidFill>
                  <a:srgbClr val="000000"/>
                </a:solidFill>
                <a:latin typeface="Consolas" panose="020B0609020204030204" pitchFamily="49" charset="0"/>
              </a:rPr>
              <a:t> </a:t>
            </a:r>
            <a:r>
              <a:rPr lang="en-GB" sz="4400" dirty="0">
                <a:solidFill>
                  <a:srgbClr val="0000FF"/>
                </a:solidFill>
                <a:latin typeface="Consolas" panose="020B0609020204030204" pitchFamily="49" charset="0"/>
              </a:rPr>
              <a:t>AS</a:t>
            </a:r>
            <a:r>
              <a:rPr lang="en-GB" sz="4400" dirty="0">
                <a:solidFill>
                  <a:srgbClr val="000000"/>
                </a:solidFill>
                <a:latin typeface="Consolas" panose="020B0609020204030204" pitchFamily="49" charset="0"/>
              </a:rPr>
              <a:t> </a:t>
            </a:r>
            <a:r>
              <a:rPr lang="en-GB" sz="4400" dirty="0" err="1">
                <a:solidFill>
                  <a:srgbClr val="000000"/>
                </a:solidFill>
                <a:latin typeface="Consolas" panose="020B0609020204030204" pitchFamily="49" charset="0"/>
              </a:rPr>
              <a:t>training_score_rank</a:t>
            </a:r>
            <a:endParaRPr lang="en-GB" sz="4400" dirty="0">
              <a:solidFill>
                <a:srgbClr val="000000"/>
              </a:solidFill>
              <a:latin typeface="Consolas" panose="020B0609020204030204" pitchFamily="49" charset="0"/>
            </a:endParaRPr>
          </a:p>
          <a:p>
            <a:pPr marL="114300" indent="0">
              <a:buNone/>
            </a:pPr>
            <a:r>
              <a:rPr lang="en-IN" sz="4400" dirty="0">
                <a:solidFill>
                  <a:srgbClr val="0000FF"/>
                </a:solidFill>
                <a:latin typeface="Consolas" panose="020B0609020204030204" pitchFamily="49" charset="0"/>
              </a:rPr>
              <a:t>   FROM</a:t>
            </a:r>
            <a:r>
              <a:rPr lang="en-IN" sz="4400" dirty="0">
                <a:solidFill>
                  <a:srgbClr val="000000"/>
                </a:solidFill>
                <a:latin typeface="Consolas" panose="020B0609020204030204" pitchFamily="49" charset="0"/>
              </a:rPr>
              <a:t> Himanshu</a:t>
            </a:r>
            <a:r>
              <a:rPr lang="en-IN" sz="4400" dirty="0">
                <a:solidFill>
                  <a:srgbClr val="808080"/>
                </a:solidFill>
                <a:latin typeface="Consolas" panose="020B0609020204030204" pitchFamily="49" charset="0"/>
              </a:rPr>
              <a:t>;</a:t>
            </a:r>
            <a:r>
              <a:rPr lang="en-IN" sz="4400" b="1" dirty="0">
                <a:solidFill>
                  <a:schemeClr val="tx1"/>
                </a:solidFill>
                <a:latin typeface="Consolas" panose="020B0609020204030204" pitchFamily="49" charset="0"/>
              </a:rPr>
              <a:t> </a:t>
            </a:r>
          </a:p>
          <a:p>
            <a:r>
              <a:rPr lang="en-IN" sz="5100" b="1" dirty="0">
                <a:solidFill>
                  <a:schemeClr val="tx1"/>
                </a:solidFill>
                <a:latin typeface="Consolas" panose="020B0609020204030204" pitchFamily="49" charset="0"/>
              </a:rPr>
              <a:t>Result :</a:t>
            </a:r>
            <a:endParaRPr lang="en-IN" sz="5100" b="1" dirty="0">
              <a:solidFill>
                <a:schemeClr val="tx1"/>
              </a:solidFill>
            </a:endParaRPr>
          </a:p>
        </p:txBody>
      </p:sp>
      <p:sp>
        <p:nvSpPr>
          <p:cNvPr id="4" name="Slide Number Placeholder 3">
            <a:extLst>
              <a:ext uri="{FF2B5EF4-FFF2-40B4-BE49-F238E27FC236}">
                <a16:creationId xmlns:a16="http://schemas.microsoft.com/office/drawing/2014/main" id="{061E45D0-8E44-4280-040C-D4A9D0AA67D7}"/>
              </a:ext>
            </a:extLst>
          </p:cNvPr>
          <p:cNvSpPr>
            <a:spLocks noGrp="1"/>
          </p:cNvSpPr>
          <p:nvPr>
            <p:ph type="sldNum" idx="12"/>
          </p:nvPr>
        </p:nvSpPr>
        <p:spPr>
          <a:xfrm>
            <a:off x="13426034" y="9911198"/>
            <a:ext cx="4277320" cy="569325"/>
          </a:xfrm>
        </p:spPr>
        <p:txBody>
          <a:bodyPr/>
          <a:lstStyle/>
          <a:p>
            <a:pPr lvl="0"/>
            <a:fld id="{00000000-1234-1234-1234-123412341234}" type="slidenum">
              <a:rPr lang="en-US" smtClean="0"/>
              <a:pPr lvl="0"/>
              <a:t>15</a:t>
            </a:fld>
            <a:endParaRPr lang="en-US"/>
          </a:p>
        </p:txBody>
      </p:sp>
      <p:grpSp>
        <p:nvGrpSpPr>
          <p:cNvPr id="9" name="Google Shape;142;p15">
            <a:extLst>
              <a:ext uri="{FF2B5EF4-FFF2-40B4-BE49-F238E27FC236}">
                <a16:creationId xmlns:a16="http://schemas.microsoft.com/office/drawing/2014/main" id="{57C3D0E5-638F-3328-3D3B-B6AF308E0194}"/>
              </a:ext>
            </a:extLst>
          </p:cNvPr>
          <p:cNvGrpSpPr/>
          <p:nvPr/>
        </p:nvGrpSpPr>
        <p:grpSpPr>
          <a:xfrm>
            <a:off x="234976" y="377997"/>
            <a:ext cx="15071695" cy="827992"/>
            <a:chOff x="-16184" y="8640158"/>
            <a:chExt cx="4045716" cy="439420"/>
          </a:xfrm>
        </p:grpSpPr>
        <p:sp>
          <p:nvSpPr>
            <p:cNvPr id="10" name="Google Shape;143;p15">
              <a:extLst>
                <a:ext uri="{FF2B5EF4-FFF2-40B4-BE49-F238E27FC236}">
                  <a16:creationId xmlns:a16="http://schemas.microsoft.com/office/drawing/2014/main" id="{4176DF82-FD19-14C1-795C-BE57970BF0AD}"/>
                </a:ext>
              </a:extLst>
            </p:cNvPr>
            <p:cNvSpPr/>
            <p:nvPr/>
          </p:nvSpPr>
          <p:spPr>
            <a:xfrm>
              <a:off x="-16184" y="8640158"/>
              <a:ext cx="3923363" cy="439420"/>
            </a:xfrm>
            <a:custGeom>
              <a:avLst/>
              <a:gdLst/>
              <a:ahLst/>
              <a:cxnLst/>
              <a:rect l="l" t="t" r="r" b="b"/>
              <a:pathLst>
                <a:path w="3844925" h="439420" extrusionOk="0">
                  <a:moveTo>
                    <a:pt x="0" y="439204"/>
                  </a:moveTo>
                  <a:lnTo>
                    <a:pt x="3844798" y="439204"/>
                  </a:lnTo>
                  <a:lnTo>
                    <a:pt x="3844798" y="0"/>
                  </a:lnTo>
                  <a:lnTo>
                    <a:pt x="0" y="0"/>
                  </a:lnTo>
                  <a:lnTo>
                    <a:pt x="0" y="439204"/>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457200" marR="0" lvl="1" indent="0" algn="ctr" rtl="0">
                <a:spcBef>
                  <a:spcPts val="0"/>
                </a:spcBef>
                <a:spcAft>
                  <a:spcPts val="0"/>
                </a:spcAft>
                <a:buNone/>
              </a:pPr>
              <a:r>
                <a:rPr lang="en-IN" sz="4800" b="0" i="0" u="none" strike="noStrike" cap="none" dirty="0">
                  <a:solidFill>
                    <a:schemeClr val="lt1"/>
                  </a:solidFill>
                  <a:latin typeface="Calibri"/>
                  <a:ea typeface="Calibri"/>
                  <a:cs typeface="Calibri"/>
                  <a:sym typeface="Calibri"/>
                </a:rPr>
                <a:t>Objectives</a:t>
              </a:r>
              <a:endParaRPr sz="4800" b="0" i="0" u="none" strike="noStrike" cap="none" dirty="0">
                <a:solidFill>
                  <a:schemeClr val="lt1"/>
                </a:solidFill>
                <a:latin typeface="Calibri"/>
                <a:ea typeface="Calibri"/>
                <a:cs typeface="Calibri"/>
                <a:sym typeface="Calibri"/>
              </a:endParaRPr>
            </a:p>
          </p:txBody>
        </p:sp>
        <p:sp>
          <p:nvSpPr>
            <p:cNvPr id="11" name="Google Shape;144;p15">
              <a:extLst>
                <a:ext uri="{FF2B5EF4-FFF2-40B4-BE49-F238E27FC236}">
                  <a16:creationId xmlns:a16="http://schemas.microsoft.com/office/drawing/2014/main" id="{7CFEBBCD-DFBB-645D-5087-A852A1987587}"/>
                </a:ext>
              </a:extLst>
            </p:cNvPr>
            <p:cNvSpPr/>
            <p:nvPr/>
          </p:nvSpPr>
          <p:spPr>
            <a:xfrm>
              <a:off x="3800173" y="8640158"/>
              <a:ext cx="229359" cy="439420"/>
            </a:xfrm>
            <a:custGeom>
              <a:avLst/>
              <a:gdLst/>
              <a:ahLst/>
              <a:cxnLst/>
              <a:rect l="l" t="t" r="r" b="b"/>
              <a:pathLst>
                <a:path w="439420" h="439420" extrusionOk="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pic>
        <p:nvPicPr>
          <p:cNvPr id="8" name="Picture 7">
            <a:extLst>
              <a:ext uri="{FF2B5EF4-FFF2-40B4-BE49-F238E27FC236}">
                <a16:creationId xmlns:a16="http://schemas.microsoft.com/office/drawing/2014/main" id="{7A97EA8D-C494-00EF-97C9-3B92D51F2151}"/>
              </a:ext>
            </a:extLst>
          </p:cNvPr>
          <p:cNvPicPr>
            <a:picLocks noChangeAspect="1"/>
          </p:cNvPicPr>
          <p:nvPr/>
        </p:nvPicPr>
        <p:blipFill>
          <a:blip r:embed="rId2"/>
          <a:stretch>
            <a:fillRect/>
          </a:stretch>
        </p:blipFill>
        <p:spPr>
          <a:xfrm>
            <a:off x="976580" y="6540764"/>
            <a:ext cx="16302426" cy="3836497"/>
          </a:xfrm>
          <a:prstGeom prst="rect">
            <a:avLst/>
          </a:prstGeom>
          <a:ln w="228600" cap="sq" cmpd="thickThin">
            <a:solidFill>
              <a:srgbClr val="000000"/>
            </a:solidFill>
            <a:prstDash val="solid"/>
            <a:miter lim="800000"/>
          </a:ln>
          <a:effectLst>
            <a:innerShdw blurRad="76200">
              <a:srgbClr val="000000"/>
            </a:innerShdw>
          </a:effectLst>
        </p:spPr>
      </p:pic>
      <p:pic>
        <p:nvPicPr>
          <p:cNvPr id="12" name="Picture 11">
            <a:extLst>
              <a:ext uri="{FF2B5EF4-FFF2-40B4-BE49-F238E27FC236}">
                <a16:creationId xmlns:a16="http://schemas.microsoft.com/office/drawing/2014/main" id="{B493DF57-1398-A892-8535-2792615D18D4}"/>
              </a:ext>
            </a:extLst>
          </p:cNvPr>
          <p:cNvPicPr>
            <a:picLocks noChangeAspect="1"/>
          </p:cNvPicPr>
          <p:nvPr/>
        </p:nvPicPr>
        <p:blipFill>
          <a:blip r:embed="rId3"/>
          <a:stretch>
            <a:fillRect/>
          </a:stretch>
        </p:blipFill>
        <p:spPr>
          <a:xfrm>
            <a:off x="976580" y="6540764"/>
            <a:ext cx="16302426" cy="3836497"/>
          </a:xfrm>
          <a:prstGeom prst="rect">
            <a:avLst/>
          </a:prstGeom>
        </p:spPr>
      </p:pic>
      <p:pic>
        <p:nvPicPr>
          <p:cNvPr id="5" name="Picture 4">
            <a:extLst>
              <a:ext uri="{FF2B5EF4-FFF2-40B4-BE49-F238E27FC236}">
                <a16:creationId xmlns:a16="http://schemas.microsoft.com/office/drawing/2014/main" id="{2C853F20-AEA0-9818-B787-8196B7D864B3}"/>
              </a:ext>
            </a:extLst>
          </p:cNvPr>
          <p:cNvPicPr>
            <a:picLocks noChangeAspect="1"/>
          </p:cNvPicPr>
          <p:nvPr/>
        </p:nvPicPr>
        <p:blipFill>
          <a:blip r:embed="rId4"/>
          <a:stretch>
            <a:fillRect/>
          </a:stretch>
        </p:blipFill>
        <p:spPr>
          <a:xfrm>
            <a:off x="976581" y="6522342"/>
            <a:ext cx="16302426" cy="3854919"/>
          </a:xfrm>
          <a:prstGeom prst="rect">
            <a:avLst/>
          </a:prstGeom>
        </p:spPr>
      </p:pic>
      <p:pic>
        <p:nvPicPr>
          <p:cNvPr id="3" name="Picture 2">
            <a:extLst>
              <a:ext uri="{FF2B5EF4-FFF2-40B4-BE49-F238E27FC236}">
                <a16:creationId xmlns:a16="http://schemas.microsoft.com/office/drawing/2014/main" id="{25ED7D39-A714-FBAF-50FE-DD1386424DB1}"/>
              </a:ext>
            </a:extLst>
          </p:cNvPr>
          <p:cNvPicPr>
            <a:picLocks noChangeAspect="1"/>
          </p:cNvPicPr>
          <p:nvPr/>
        </p:nvPicPr>
        <p:blipFill>
          <a:blip r:embed="rId5"/>
          <a:stretch>
            <a:fillRect/>
          </a:stretch>
        </p:blipFill>
        <p:spPr>
          <a:xfrm>
            <a:off x="976579" y="6540764"/>
            <a:ext cx="16302425" cy="3774639"/>
          </a:xfrm>
          <a:prstGeom prst="rect">
            <a:avLst/>
          </a:prstGeom>
        </p:spPr>
      </p:pic>
      <p:pic>
        <p:nvPicPr>
          <p:cNvPr id="6" name="Picture 5">
            <a:extLst>
              <a:ext uri="{FF2B5EF4-FFF2-40B4-BE49-F238E27FC236}">
                <a16:creationId xmlns:a16="http://schemas.microsoft.com/office/drawing/2014/main" id="{2939C8B2-0187-70B4-2341-B42938C9F467}"/>
              </a:ext>
            </a:extLst>
          </p:cNvPr>
          <p:cNvPicPr>
            <a:picLocks noChangeAspect="1"/>
          </p:cNvPicPr>
          <p:nvPr/>
        </p:nvPicPr>
        <p:blipFill>
          <a:blip r:embed="rId6"/>
          <a:stretch>
            <a:fillRect/>
          </a:stretch>
        </p:blipFill>
        <p:spPr>
          <a:xfrm>
            <a:off x="976577" y="6460484"/>
            <a:ext cx="16302427" cy="3854919"/>
          </a:xfrm>
          <a:prstGeom prst="rect">
            <a:avLst/>
          </a:prstGeom>
        </p:spPr>
      </p:pic>
    </p:spTree>
    <p:extLst>
      <p:ext uri="{BB962C8B-B14F-4D97-AF65-F5344CB8AC3E}">
        <p14:creationId xmlns:p14="http://schemas.microsoft.com/office/powerpoint/2010/main" val="6901493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17"/>
          <p:cNvSpPr txBox="1">
            <a:spLocks noGrp="1"/>
          </p:cNvSpPr>
          <p:nvPr>
            <p:ph type="sldNum" idx="12"/>
          </p:nvPr>
        </p:nvSpPr>
        <p:spPr>
          <a:xfrm>
            <a:off x="13426034" y="9911198"/>
            <a:ext cx="4277320" cy="5693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3200">
                <a:solidFill>
                  <a:schemeClr val="lt1"/>
                </a:solidFill>
              </a:rPr>
              <a:t>16</a:t>
            </a:fld>
            <a:endParaRPr sz="3200">
              <a:solidFill>
                <a:schemeClr val="lt1"/>
              </a:solidFill>
            </a:endParaRPr>
          </a:p>
        </p:txBody>
      </p:sp>
      <p:grpSp>
        <p:nvGrpSpPr>
          <p:cNvPr id="169" name="Google Shape;169;p17"/>
          <p:cNvGrpSpPr/>
          <p:nvPr/>
        </p:nvGrpSpPr>
        <p:grpSpPr>
          <a:xfrm>
            <a:off x="-2" y="9568581"/>
            <a:ext cx="19010314" cy="1112119"/>
            <a:chOff x="-2" y="9568581"/>
            <a:chExt cx="19010314" cy="1112119"/>
          </a:xfrm>
        </p:grpSpPr>
        <p:grpSp>
          <p:nvGrpSpPr>
            <p:cNvPr id="170" name="Google Shape;170;p17"/>
            <p:cNvGrpSpPr/>
            <p:nvPr/>
          </p:nvGrpSpPr>
          <p:grpSpPr>
            <a:xfrm>
              <a:off x="-2" y="9568581"/>
              <a:ext cx="19010314" cy="1112119"/>
              <a:chOff x="-324645" y="2222500"/>
              <a:chExt cx="22261686" cy="1302327"/>
            </a:xfrm>
          </p:grpSpPr>
          <p:sp>
            <p:nvSpPr>
              <p:cNvPr id="171" name="Google Shape;171;p17"/>
              <p:cNvSpPr/>
              <p:nvPr/>
            </p:nvSpPr>
            <p:spPr>
              <a:xfrm>
                <a:off x="-324645" y="2222500"/>
                <a:ext cx="17644827" cy="1302327"/>
              </a:xfrm>
              <a:custGeom>
                <a:avLst/>
                <a:gdLst/>
                <a:ahLst/>
                <a:cxnLst/>
                <a:rect l="l" t="t" r="r" b="b"/>
                <a:pathLst>
                  <a:path w="1892300" h="440055" extrusionOk="0">
                    <a:moveTo>
                      <a:pt x="0" y="439737"/>
                    </a:moveTo>
                    <a:lnTo>
                      <a:pt x="1892300" y="439737"/>
                    </a:lnTo>
                    <a:lnTo>
                      <a:pt x="1892300" y="0"/>
                    </a:lnTo>
                    <a:lnTo>
                      <a:pt x="0" y="0"/>
                    </a:lnTo>
                    <a:lnTo>
                      <a:pt x="0" y="439737"/>
                    </a:lnTo>
                    <a:close/>
                  </a:path>
                </a:pathLst>
              </a:custGeom>
              <a:solidFill>
                <a:srgbClr val="FFF2C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72" name="Google Shape;172;p17"/>
              <p:cNvSpPr/>
              <p:nvPr/>
            </p:nvSpPr>
            <p:spPr>
              <a:xfrm>
                <a:off x="20621789" y="2222500"/>
                <a:ext cx="1315252" cy="1302327"/>
              </a:xfrm>
              <a:custGeom>
                <a:avLst/>
                <a:gdLst/>
                <a:ahLst/>
                <a:cxnLst/>
                <a:rect l="l" t="t" r="r" b="b"/>
                <a:pathLst>
                  <a:path w="1883409" h="440055" extrusionOk="0">
                    <a:moveTo>
                      <a:pt x="0" y="0"/>
                    </a:moveTo>
                    <a:lnTo>
                      <a:pt x="0" y="439737"/>
                    </a:lnTo>
                    <a:lnTo>
                      <a:pt x="1883155" y="439737"/>
                    </a:lnTo>
                    <a:lnTo>
                      <a:pt x="1883155" y="0"/>
                    </a:lnTo>
                    <a:lnTo>
                      <a:pt x="0" y="0"/>
                    </a:lnTo>
                    <a:close/>
                  </a:path>
                </a:pathLst>
              </a:custGeom>
              <a:solidFill>
                <a:srgbClr val="FF8200"/>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73" name="Google Shape;173;p17"/>
            <p:cNvSpPr/>
            <p:nvPr/>
          </p:nvSpPr>
          <p:spPr>
            <a:xfrm>
              <a:off x="15067756" y="9568581"/>
              <a:ext cx="2819400" cy="1112119"/>
            </a:xfrm>
            <a:custGeom>
              <a:avLst/>
              <a:gdLst/>
              <a:ahLst/>
              <a:cxnLst/>
              <a:rect l="l" t="t" r="r" b="b"/>
              <a:pathLst>
                <a:path w="1883409" h="440055" extrusionOk="0">
                  <a:moveTo>
                    <a:pt x="0" y="0"/>
                  </a:moveTo>
                  <a:lnTo>
                    <a:pt x="0" y="439737"/>
                  </a:lnTo>
                  <a:lnTo>
                    <a:pt x="1883155" y="439737"/>
                  </a:lnTo>
                  <a:lnTo>
                    <a:pt x="1883155" y="0"/>
                  </a:lnTo>
                  <a:lnTo>
                    <a:pt x="0" y="0"/>
                  </a:lnTo>
                  <a:close/>
                </a:path>
              </a:pathLst>
            </a:custGeom>
            <a:solidFill>
              <a:srgbClr val="FEE599"/>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74" name="Google Shape;174;p17"/>
          <p:cNvSpPr txBox="1"/>
          <p:nvPr/>
        </p:nvSpPr>
        <p:spPr>
          <a:xfrm>
            <a:off x="665956" y="9771598"/>
            <a:ext cx="11277600"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dirty="0">
                <a:solidFill>
                  <a:schemeClr val="dk1"/>
                </a:solidFill>
                <a:latin typeface="Times New Roman"/>
                <a:ea typeface="Times New Roman"/>
                <a:cs typeface="Times New Roman"/>
                <a:sym typeface="Times New Roman"/>
              </a:rPr>
              <a:t>HR Data analysis </a:t>
            </a:r>
          </a:p>
        </p:txBody>
      </p:sp>
      <p:sp>
        <p:nvSpPr>
          <p:cNvPr id="176" name="Google Shape;176;p17"/>
          <p:cNvSpPr txBox="1"/>
          <p:nvPr/>
        </p:nvSpPr>
        <p:spPr>
          <a:xfrm>
            <a:off x="18115756" y="9911199"/>
            <a:ext cx="575041" cy="38850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3200">
                <a:solidFill>
                  <a:schemeClr val="lt1"/>
                </a:solidFill>
                <a:latin typeface="Calibri"/>
                <a:ea typeface="Calibri"/>
                <a:cs typeface="Calibri"/>
                <a:sym typeface="Calibri"/>
              </a:rPr>
              <a:t>16</a:t>
            </a:fld>
            <a:endParaRPr sz="1870">
              <a:solidFill>
                <a:schemeClr val="lt1"/>
              </a:solidFill>
              <a:latin typeface="Calibri"/>
              <a:ea typeface="Calibri"/>
              <a:cs typeface="Calibri"/>
              <a:sym typeface="Calibri"/>
            </a:endParaRPr>
          </a:p>
        </p:txBody>
      </p:sp>
      <p:grpSp>
        <p:nvGrpSpPr>
          <p:cNvPr id="177" name="Google Shape;177;p17"/>
          <p:cNvGrpSpPr/>
          <p:nvPr/>
        </p:nvGrpSpPr>
        <p:grpSpPr>
          <a:xfrm>
            <a:off x="-26281" y="774700"/>
            <a:ext cx="15071695" cy="827992"/>
            <a:chOff x="-16184" y="8640158"/>
            <a:chExt cx="4045716" cy="439420"/>
          </a:xfrm>
        </p:grpSpPr>
        <p:sp>
          <p:nvSpPr>
            <p:cNvPr id="178" name="Google Shape;178;p17"/>
            <p:cNvSpPr/>
            <p:nvPr/>
          </p:nvSpPr>
          <p:spPr>
            <a:xfrm>
              <a:off x="-16184" y="8640158"/>
              <a:ext cx="3923363" cy="439420"/>
            </a:xfrm>
            <a:custGeom>
              <a:avLst/>
              <a:gdLst/>
              <a:ahLst/>
              <a:cxnLst/>
              <a:rect l="l" t="t" r="r" b="b"/>
              <a:pathLst>
                <a:path w="3844925" h="439420" extrusionOk="0">
                  <a:moveTo>
                    <a:pt x="0" y="439204"/>
                  </a:moveTo>
                  <a:lnTo>
                    <a:pt x="3844798" y="439204"/>
                  </a:lnTo>
                  <a:lnTo>
                    <a:pt x="3844798" y="0"/>
                  </a:lnTo>
                  <a:lnTo>
                    <a:pt x="0" y="0"/>
                  </a:lnTo>
                  <a:lnTo>
                    <a:pt x="0" y="439204"/>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457200" marR="0" lvl="1" indent="0" algn="ctr" rtl="0">
                <a:spcBef>
                  <a:spcPts val="0"/>
                </a:spcBef>
                <a:spcAft>
                  <a:spcPts val="0"/>
                </a:spcAft>
                <a:buNone/>
              </a:pPr>
              <a:r>
                <a:rPr lang="en-US" sz="5400" b="0" i="0" u="none" strike="noStrike" cap="none" dirty="0">
                  <a:solidFill>
                    <a:schemeClr val="lt1"/>
                  </a:solidFill>
                  <a:latin typeface="Calibri"/>
                  <a:ea typeface="Calibri"/>
                  <a:cs typeface="Calibri"/>
                  <a:sym typeface="Calibri"/>
                </a:rPr>
                <a:t>Overview on SQL analysis</a:t>
              </a:r>
              <a:endParaRPr lang="en-US" sz="2000" b="0" i="0" u="none" strike="noStrike" cap="none" dirty="0">
                <a:solidFill>
                  <a:schemeClr val="lt1"/>
                </a:solidFill>
                <a:latin typeface="Calibri"/>
                <a:ea typeface="Calibri"/>
                <a:cs typeface="Calibri"/>
                <a:sym typeface="Calibri"/>
              </a:endParaRPr>
            </a:p>
          </p:txBody>
        </p:sp>
        <p:sp>
          <p:nvSpPr>
            <p:cNvPr id="179" name="Google Shape;179;p17"/>
            <p:cNvSpPr/>
            <p:nvPr/>
          </p:nvSpPr>
          <p:spPr>
            <a:xfrm>
              <a:off x="3800173" y="8640158"/>
              <a:ext cx="229359" cy="439420"/>
            </a:xfrm>
            <a:custGeom>
              <a:avLst/>
              <a:gdLst/>
              <a:ahLst/>
              <a:cxnLst/>
              <a:rect l="l" t="t" r="r" b="b"/>
              <a:pathLst>
                <a:path w="439420" h="439420" extrusionOk="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80" name="Google Shape;180;p17"/>
          <p:cNvSpPr txBox="1"/>
          <p:nvPr/>
        </p:nvSpPr>
        <p:spPr>
          <a:xfrm>
            <a:off x="1199356" y="2070100"/>
            <a:ext cx="16916400" cy="6380217"/>
          </a:xfrm>
          <a:prstGeom prst="rect">
            <a:avLst/>
          </a:prstGeom>
          <a:noFill/>
          <a:ln>
            <a:noFill/>
          </a:ln>
        </p:spPr>
        <p:txBody>
          <a:bodyPr spcFirstLastPara="1" wrap="square" lIns="91425" tIns="45700" rIns="91425" bIns="45700" anchor="t" anchorCtr="0">
            <a:spAutoFit/>
          </a:bodyPr>
          <a:lstStyle/>
          <a:p>
            <a:pPr marL="571500" marR="0" lvl="0" indent="-571500" rtl="0">
              <a:spcBef>
                <a:spcPts val="0"/>
              </a:spcBef>
              <a:spcAft>
                <a:spcPts val="0"/>
              </a:spcAft>
              <a:buClr>
                <a:schemeClr val="dk1"/>
              </a:buClr>
              <a:buSzPts val="3600"/>
              <a:buFont typeface="Wingdings" panose="05000000000000000000" pitchFamily="2" charset="2"/>
              <a:buChar char="Ø"/>
            </a:pPr>
            <a:r>
              <a:rPr lang="en-US" sz="3600" dirty="0">
                <a:solidFill>
                  <a:schemeClr val="dk1"/>
                </a:solidFill>
                <a:latin typeface="Calibri" panose="020F0502020204030204" pitchFamily="34" charset="0"/>
                <a:ea typeface="Calibri"/>
                <a:cs typeface="Calibri" panose="020F0502020204030204" pitchFamily="34" charset="0"/>
                <a:sym typeface="Calibri"/>
              </a:rPr>
              <a:t>The SQL file focuses on the last_project database, analyzing the Himanshu table to provide detailed employee insights. It counts employees by region and department and calculates the average length of service by region. </a:t>
            </a:r>
          </a:p>
          <a:p>
            <a:pPr marL="571500" marR="0" lvl="0" indent="-571500" rtl="0">
              <a:spcBef>
                <a:spcPts val="0"/>
              </a:spcBef>
              <a:spcAft>
                <a:spcPts val="0"/>
              </a:spcAft>
              <a:buClr>
                <a:schemeClr val="dk1"/>
              </a:buClr>
              <a:buSzPts val="3600"/>
              <a:buFont typeface="Wingdings" panose="05000000000000000000" pitchFamily="2" charset="2"/>
              <a:buChar char="Ø"/>
            </a:pPr>
            <a:r>
              <a:rPr lang="en-US" sz="3600" dirty="0">
                <a:solidFill>
                  <a:schemeClr val="dk1"/>
                </a:solidFill>
                <a:latin typeface="Calibri" panose="020F0502020204030204" pitchFamily="34" charset="0"/>
                <a:ea typeface="Calibri"/>
                <a:cs typeface="Calibri" panose="020F0502020204030204" pitchFamily="34" charset="0"/>
                <a:sym typeface="Calibri"/>
              </a:rPr>
              <a:t>It identifies employees with multiple training sessions, those with the highest previous year ratings by department, and those meeting KPIs over 80% and winning awards.</a:t>
            </a:r>
          </a:p>
          <a:p>
            <a:pPr marL="571500" marR="0" lvl="0" indent="-571500" rtl="0">
              <a:spcBef>
                <a:spcPts val="0"/>
              </a:spcBef>
              <a:spcAft>
                <a:spcPts val="0"/>
              </a:spcAft>
              <a:buClr>
                <a:schemeClr val="dk1"/>
              </a:buClr>
              <a:buSzPts val="3600"/>
              <a:buFont typeface="Wingdings" panose="05000000000000000000" pitchFamily="2" charset="2"/>
              <a:buChar char="Ø"/>
            </a:pPr>
            <a:r>
              <a:rPr lang="en-US" sz="3600" dirty="0">
                <a:solidFill>
                  <a:schemeClr val="dk1"/>
                </a:solidFill>
                <a:latin typeface="Calibri" panose="020F0502020204030204" pitchFamily="34" charset="0"/>
                <a:ea typeface="Calibri"/>
                <a:cs typeface="Calibri" panose="020F0502020204030204" pitchFamily="34" charset="0"/>
                <a:sym typeface="Calibri"/>
              </a:rPr>
              <a:t> The file also calculates performance-based bonuses and identifies employees with below-average training scores by department. Using Common Table Expressions (CTEs) and window functions, it provides average age and service length by department and ranks employees by training scores.</a:t>
            </a:r>
          </a:p>
          <a:p>
            <a:pPr marL="571500" marR="0" lvl="0" indent="-571500" rtl="0">
              <a:spcBef>
                <a:spcPts val="0"/>
              </a:spcBef>
              <a:spcAft>
                <a:spcPts val="0"/>
              </a:spcAft>
              <a:buClr>
                <a:schemeClr val="dk1"/>
              </a:buClr>
              <a:buSzPts val="3600"/>
              <a:buFont typeface="Wingdings" panose="05000000000000000000" pitchFamily="2" charset="2"/>
              <a:buChar char="Ø"/>
            </a:pPr>
            <a:r>
              <a:rPr lang="en-US" sz="3600" dirty="0">
                <a:solidFill>
                  <a:schemeClr val="dk1"/>
                </a:solidFill>
                <a:latin typeface="Calibri" panose="020F0502020204030204" pitchFamily="34" charset="0"/>
                <a:ea typeface="Calibri"/>
                <a:cs typeface="Calibri" panose="020F0502020204030204" pitchFamily="34" charset="0"/>
                <a:sym typeface="Calibri"/>
              </a:rPr>
              <a:t> These analyses offer a comprehensive view of employee distribution, performance, and training effectiveness, aiding in trend identification and informed decision-making.</a:t>
            </a:r>
            <a:endParaRPr dirty="0">
              <a:latin typeface="Calibri" panose="020F0502020204030204" pitchFamily="34" charset="0"/>
              <a:cs typeface="Calibri" panose="020F050202020403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18"/>
          <p:cNvSpPr txBox="1">
            <a:spLocks noGrp="1"/>
          </p:cNvSpPr>
          <p:nvPr>
            <p:ph type="sldNum" idx="12"/>
          </p:nvPr>
        </p:nvSpPr>
        <p:spPr>
          <a:xfrm>
            <a:off x="13426034" y="9911198"/>
            <a:ext cx="4277320" cy="5693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3200">
                <a:solidFill>
                  <a:schemeClr val="lt1"/>
                </a:solidFill>
              </a:rPr>
              <a:t>17</a:t>
            </a:fld>
            <a:endParaRPr sz="3200">
              <a:solidFill>
                <a:schemeClr val="lt1"/>
              </a:solidFill>
            </a:endParaRPr>
          </a:p>
        </p:txBody>
      </p:sp>
      <p:grpSp>
        <p:nvGrpSpPr>
          <p:cNvPr id="187" name="Google Shape;187;p18"/>
          <p:cNvGrpSpPr/>
          <p:nvPr/>
        </p:nvGrpSpPr>
        <p:grpSpPr>
          <a:xfrm>
            <a:off x="-2" y="9568581"/>
            <a:ext cx="19010314" cy="1112119"/>
            <a:chOff x="-2" y="9568581"/>
            <a:chExt cx="19010314" cy="1112119"/>
          </a:xfrm>
        </p:grpSpPr>
        <p:grpSp>
          <p:nvGrpSpPr>
            <p:cNvPr id="188" name="Google Shape;188;p18"/>
            <p:cNvGrpSpPr/>
            <p:nvPr/>
          </p:nvGrpSpPr>
          <p:grpSpPr>
            <a:xfrm>
              <a:off x="-2" y="9568581"/>
              <a:ext cx="19010314" cy="1112119"/>
              <a:chOff x="-324645" y="2222500"/>
              <a:chExt cx="22261686" cy="1302327"/>
            </a:xfrm>
          </p:grpSpPr>
          <p:sp>
            <p:nvSpPr>
              <p:cNvPr id="189" name="Google Shape;189;p18"/>
              <p:cNvSpPr/>
              <p:nvPr/>
            </p:nvSpPr>
            <p:spPr>
              <a:xfrm>
                <a:off x="-324645" y="2222500"/>
                <a:ext cx="17644827" cy="1302327"/>
              </a:xfrm>
              <a:custGeom>
                <a:avLst/>
                <a:gdLst/>
                <a:ahLst/>
                <a:cxnLst/>
                <a:rect l="l" t="t" r="r" b="b"/>
                <a:pathLst>
                  <a:path w="1892300" h="440055" extrusionOk="0">
                    <a:moveTo>
                      <a:pt x="0" y="439737"/>
                    </a:moveTo>
                    <a:lnTo>
                      <a:pt x="1892300" y="439737"/>
                    </a:lnTo>
                    <a:lnTo>
                      <a:pt x="1892300" y="0"/>
                    </a:lnTo>
                    <a:lnTo>
                      <a:pt x="0" y="0"/>
                    </a:lnTo>
                    <a:lnTo>
                      <a:pt x="0" y="439737"/>
                    </a:lnTo>
                    <a:close/>
                  </a:path>
                </a:pathLst>
              </a:custGeom>
              <a:solidFill>
                <a:srgbClr val="FFF2C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0" name="Google Shape;190;p18"/>
              <p:cNvSpPr/>
              <p:nvPr/>
            </p:nvSpPr>
            <p:spPr>
              <a:xfrm>
                <a:off x="20621789" y="2222500"/>
                <a:ext cx="1315252" cy="1302327"/>
              </a:xfrm>
              <a:custGeom>
                <a:avLst/>
                <a:gdLst/>
                <a:ahLst/>
                <a:cxnLst/>
                <a:rect l="l" t="t" r="r" b="b"/>
                <a:pathLst>
                  <a:path w="1883409" h="440055" extrusionOk="0">
                    <a:moveTo>
                      <a:pt x="0" y="0"/>
                    </a:moveTo>
                    <a:lnTo>
                      <a:pt x="0" y="439737"/>
                    </a:lnTo>
                    <a:lnTo>
                      <a:pt x="1883155" y="439737"/>
                    </a:lnTo>
                    <a:lnTo>
                      <a:pt x="1883155" y="0"/>
                    </a:lnTo>
                    <a:lnTo>
                      <a:pt x="0" y="0"/>
                    </a:lnTo>
                    <a:close/>
                  </a:path>
                </a:pathLst>
              </a:custGeom>
              <a:solidFill>
                <a:srgbClr val="FF8200"/>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91" name="Google Shape;191;p18"/>
            <p:cNvSpPr/>
            <p:nvPr/>
          </p:nvSpPr>
          <p:spPr>
            <a:xfrm>
              <a:off x="15067756" y="9568581"/>
              <a:ext cx="2819400" cy="1112119"/>
            </a:xfrm>
            <a:custGeom>
              <a:avLst/>
              <a:gdLst/>
              <a:ahLst/>
              <a:cxnLst/>
              <a:rect l="l" t="t" r="r" b="b"/>
              <a:pathLst>
                <a:path w="1883409" h="440055" extrusionOk="0">
                  <a:moveTo>
                    <a:pt x="0" y="0"/>
                  </a:moveTo>
                  <a:lnTo>
                    <a:pt x="0" y="439737"/>
                  </a:lnTo>
                  <a:lnTo>
                    <a:pt x="1883155" y="439737"/>
                  </a:lnTo>
                  <a:lnTo>
                    <a:pt x="1883155" y="0"/>
                  </a:lnTo>
                  <a:lnTo>
                    <a:pt x="0" y="0"/>
                  </a:lnTo>
                  <a:close/>
                </a:path>
              </a:pathLst>
            </a:custGeom>
            <a:solidFill>
              <a:srgbClr val="FEE599"/>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92" name="Google Shape;192;p18"/>
          <p:cNvSpPr txBox="1"/>
          <p:nvPr/>
        </p:nvSpPr>
        <p:spPr>
          <a:xfrm>
            <a:off x="665956" y="9771598"/>
            <a:ext cx="11277600"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dirty="0">
                <a:solidFill>
                  <a:schemeClr val="dk1"/>
                </a:solidFill>
                <a:latin typeface="Times New Roman"/>
                <a:ea typeface="Times New Roman"/>
                <a:cs typeface="Times New Roman"/>
                <a:sym typeface="Times New Roman"/>
              </a:rPr>
              <a:t>HR Data analysis </a:t>
            </a:r>
          </a:p>
        </p:txBody>
      </p:sp>
      <p:sp>
        <p:nvSpPr>
          <p:cNvPr id="194" name="Google Shape;194;p18"/>
          <p:cNvSpPr txBox="1"/>
          <p:nvPr/>
        </p:nvSpPr>
        <p:spPr>
          <a:xfrm>
            <a:off x="18115756" y="9911199"/>
            <a:ext cx="575041" cy="38850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3200">
                <a:solidFill>
                  <a:schemeClr val="lt1"/>
                </a:solidFill>
                <a:latin typeface="Calibri"/>
                <a:ea typeface="Calibri"/>
                <a:cs typeface="Calibri"/>
                <a:sym typeface="Calibri"/>
              </a:rPr>
              <a:t>17</a:t>
            </a:fld>
            <a:endParaRPr sz="1870">
              <a:solidFill>
                <a:schemeClr val="lt1"/>
              </a:solidFill>
              <a:latin typeface="Calibri"/>
              <a:ea typeface="Calibri"/>
              <a:cs typeface="Calibri"/>
              <a:sym typeface="Calibri"/>
            </a:endParaRPr>
          </a:p>
        </p:txBody>
      </p:sp>
      <p:grpSp>
        <p:nvGrpSpPr>
          <p:cNvPr id="195" name="Google Shape;195;p18"/>
          <p:cNvGrpSpPr/>
          <p:nvPr/>
        </p:nvGrpSpPr>
        <p:grpSpPr>
          <a:xfrm>
            <a:off x="-26281" y="774700"/>
            <a:ext cx="15071695" cy="827992"/>
            <a:chOff x="-16184" y="8640158"/>
            <a:chExt cx="4045716" cy="439420"/>
          </a:xfrm>
        </p:grpSpPr>
        <p:sp>
          <p:nvSpPr>
            <p:cNvPr id="196" name="Google Shape;196;p18"/>
            <p:cNvSpPr/>
            <p:nvPr/>
          </p:nvSpPr>
          <p:spPr>
            <a:xfrm>
              <a:off x="-16184" y="8640158"/>
              <a:ext cx="3923363" cy="439420"/>
            </a:xfrm>
            <a:custGeom>
              <a:avLst/>
              <a:gdLst/>
              <a:ahLst/>
              <a:cxnLst/>
              <a:rect l="l" t="t" r="r" b="b"/>
              <a:pathLst>
                <a:path w="3844925" h="439420" extrusionOk="0">
                  <a:moveTo>
                    <a:pt x="0" y="439204"/>
                  </a:moveTo>
                  <a:lnTo>
                    <a:pt x="3844798" y="439204"/>
                  </a:lnTo>
                  <a:lnTo>
                    <a:pt x="3844798" y="0"/>
                  </a:lnTo>
                  <a:lnTo>
                    <a:pt x="0" y="0"/>
                  </a:lnTo>
                  <a:lnTo>
                    <a:pt x="0" y="439204"/>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457200" marR="0" lvl="1" indent="0" algn="ctr" rtl="0">
                <a:spcBef>
                  <a:spcPts val="0"/>
                </a:spcBef>
                <a:spcAft>
                  <a:spcPts val="0"/>
                </a:spcAft>
                <a:buNone/>
              </a:pPr>
              <a:r>
                <a:rPr lang="en-US" sz="5400" b="0" i="0" u="none" strike="noStrike" cap="none" dirty="0">
                  <a:solidFill>
                    <a:schemeClr val="lt1"/>
                  </a:solidFill>
                  <a:latin typeface="Calibri"/>
                  <a:ea typeface="Calibri"/>
                  <a:cs typeface="Calibri"/>
                  <a:sym typeface="Calibri"/>
                </a:rPr>
                <a:t>Python Objectives</a:t>
              </a:r>
            </a:p>
            <a:p>
              <a:pPr marL="457200" marR="0" lvl="1" indent="0" algn="ctr" rtl="0">
                <a:spcBef>
                  <a:spcPts val="0"/>
                </a:spcBef>
                <a:spcAft>
                  <a:spcPts val="0"/>
                </a:spcAft>
                <a:buNone/>
              </a:pPr>
              <a:endParaRPr sz="5400" b="0" i="0" u="none" strike="noStrike" cap="none" dirty="0">
                <a:solidFill>
                  <a:schemeClr val="lt1"/>
                </a:solidFill>
                <a:latin typeface="Calibri"/>
                <a:ea typeface="Calibri"/>
                <a:cs typeface="Calibri"/>
                <a:sym typeface="Calibri"/>
              </a:endParaRPr>
            </a:p>
            <a:p>
              <a:pPr marL="457200" marR="0" lvl="1" indent="0" algn="ctr" rtl="0">
                <a:spcBef>
                  <a:spcPts val="0"/>
                </a:spcBef>
                <a:spcAft>
                  <a:spcPts val="0"/>
                </a:spcAft>
                <a:buNone/>
              </a:pPr>
              <a:endParaRPr sz="2000" b="0" i="0" u="none" strike="noStrike" cap="none" dirty="0">
                <a:solidFill>
                  <a:schemeClr val="lt1"/>
                </a:solidFill>
                <a:latin typeface="Calibri"/>
                <a:ea typeface="Calibri"/>
                <a:cs typeface="Calibri"/>
                <a:sym typeface="Calibri"/>
              </a:endParaRPr>
            </a:p>
          </p:txBody>
        </p:sp>
        <p:sp>
          <p:nvSpPr>
            <p:cNvPr id="197" name="Google Shape;197;p18"/>
            <p:cNvSpPr/>
            <p:nvPr/>
          </p:nvSpPr>
          <p:spPr>
            <a:xfrm>
              <a:off x="3800173" y="8640158"/>
              <a:ext cx="229359" cy="439420"/>
            </a:xfrm>
            <a:custGeom>
              <a:avLst/>
              <a:gdLst/>
              <a:ahLst/>
              <a:cxnLst/>
              <a:rect l="l" t="t" r="r" b="b"/>
              <a:pathLst>
                <a:path w="439420" h="439420" extrusionOk="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98" name="Google Shape;198;p18"/>
          <p:cNvSpPr txBox="1"/>
          <p:nvPr/>
        </p:nvSpPr>
        <p:spPr>
          <a:xfrm>
            <a:off x="1199355" y="2481580"/>
            <a:ext cx="16142713" cy="6740266"/>
          </a:xfrm>
          <a:prstGeom prst="rect">
            <a:avLst/>
          </a:prstGeom>
          <a:noFill/>
          <a:ln>
            <a:noFill/>
          </a:ln>
        </p:spPr>
        <p:txBody>
          <a:bodyPr spcFirstLastPara="1" wrap="square" lIns="91425" tIns="45700" rIns="91425" bIns="45700" anchor="t" anchorCtr="0">
            <a:spAutoFit/>
          </a:bodyPr>
          <a:lstStyle/>
          <a:p>
            <a:pPr marL="571500" marR="0" lvl="0" indent="-571500" rtl="0">
              <a:spcBef>
                <a:spcPts val="0"/>
              </a:spcBef>
              <a:spcAft>
                <a:spcPts val="0"/>
              </a:spcAft>
              <a:buClr>
                <a:schemeClr val="dk1"/>
              </a:buClr>
              <a:buSzPts val="3600"/>
              <a:buFont typeface="Wingdings" panose="05000000000000000000" pitchFamily="2" charset="2"/>
              <a:buChar char="Ø"/>
            </a:pPr>
            <a:r>
              <a:rPr lang="en-US" sz="3600" dirty="0">
                <a:solidFill>
                  <a:schemeClr val="dk1"/>
                </a:solidFill>
                <a:latin typeface="Calibri"/>
                <a:ea typeface="Calibri"/>
                <a:cs typeface="Calibri"/>
                <a:sym typeface="Calibri"/>
              </a:rPr>
              <a:t>Python project focused on predicting employee promotions using various machine learning models. </a:t>
            </a:r>
          </a:p>
          <a:p>
            <a:pPr marL="571500" marR="0" lvl="0" indent="-571500" rtl="0">
              <a:spcBef>
                <a:spcPts val="0"/>
              </a:spcBef>
              <a:spcAft>
                <a:spcPts val="0"/>
              </a:spcAft>
              <a:buClr>
                <a:schemeClr val="dk1"/>
              </a:buClr>
              <a:buSzPts val="3600"/>
              <a:buFont typeface="Wingdings" panose="05000000000000000000" pitchFamily="2" charset="2"/>
              <a:buChar char="Ø"/>
            </a:pPr>
            <a:r>
              <a:rPr lang="en-US" sz="3600" dirty="0">
                <a:solidFill>
                  <a:schemeClr val="dk1"/>
                </a:solidFill>
                <a:latin typeface="Calibri"/>
                <a:ea typeface="Calibri"/>
                <a:cs typeface="Calibri"/>
                <a:sym typeface="Calibri"/>
              </a:rPr>
              <a:t>The project involves data preprocessing, feature selection, and the implementation of multiple models, including Random Forest, Gradient Boosting, and XGBoost. </a:t>
            </a:r>
          </a:p>
          <a:p>
            <a:pPr marL="571500" marR="0" lvl="0" indent="-571500" rtl="0">
              <a:spcBef>
                <a:spcPts val="0"/>
              </a:spcBef>
              <a:spcAft>
                <a:spcPts val="0"/>
              </a:spcAft>
              <a:buClr>
                <a:schemeClr val="dk1"/>
              </a:buClr>
              <a:buSzPts val="3600"/>
              <a:buFont typeface="Wingdings" panose="05000000000000000000" pitchFamily="2" charset="2"/>
              <a:buChar char="Ø"/>
            </a:pPr>
            <a:r>
              <a:rPr lang="en-US" sz="3600" dirty="0">
                <a:solidFill>
                  <a:schemeClr val="dk1"/>
                </a:solidFill>
                <a:latin typeface="Calibri"/>
                <a:ea typeface="Calibri"/>
                <a:cs typeface="Calibri"/>
                <a:sym typeface="Calibri"/>
              </a:rPr>
              <a:t>The notebook includes steps to train these models, evaluate their performance using metrics like confusion matrices, and generate predictions for a test dataset. Visualizations are also included to compare the performance of different models. </a:t>
            </a:r>
          </a:p>
          <a:p>
            <a:pPr marL="571500" marR="0" lvl="0" indent="-571500" rtl="0">
              <a:spcBef>
                <a:spcPts val="0"/>
              </a:spcBef>
              <a:spcAft>
                <a:spcPts val="0"/>
              </a:spcAft>
              <a:buClr>
                <a:schemeClr val="dk1"/>
              </a:buClr>
              <a:buSzPts val="3600"/>
              <a:buFont typeface="Wingdings" panose="05000000000000000000" pitchFamily="2" charset="2"/>
              <a:buChar char="Ø"/>
            </a:pPr>
            <a:r>
              <a:rPr lang="en-US" sz="3600" dirty="0">
                <a:solidFill>
                  <a:schemeClr val="dk1"/>
                </a:solidFill>
                <a:latin typeface="Calibri"/>
                <a:ea typeface="Calibri"/>
                <a:cs typeface="Calibri"/>
                <a:sym typeface="Calibri"/>
              </a:rPr>
              <a:t>The final output is prepared for submission by saving predictions to a CSV file.</a:t>
            </a:r>
          </a:p>
          <a:p>
            <a:pPr marL="571500" marR="0" lvl="0" indent="-571500" rtl="0">
              <a:spcBef>
                <a:spcPts val="0"/>
              </a:spcBef>
              <a:spcAft>
                <a:spcPts val="0"/>
              </a:spcAft>
              <a:buClr>
                <a:schemeClr val="dk1"/>
              </a:buClr>
              <a:buSzPts val="3600"/>
              <a:buFont typeface="Wingdings" panose="05000000000000000000" pitchFamily="2" charset="2"/>
              <a:buChar char="Ø"/>
            </a:pPr>
            <a:r>
              <a:rPr lang="en-US" sz="3600" dirty="0">
                <a:solidFill>
                  <a:schemeClr val="dk1"/>
                </a:solidFill>
                <a:latin typeface="Calibri"/>
                <a:ea typeface="Calibri"/>
                <a:cs typeface="Calibri"/>
                <a:sym typeface="Calibri"/>
              </a:rPr>
              <a:t> This comprehensive approach demonstrates the application of machine learning techniques to a practical business problem, highlighting the entire workflow from data handling to model evaluation and prediction.</a:t>
            </a:r>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20"/>
          <p:cNvSpPr txBox="1">
            <a:spLocks noGrp="1"/>
          </p:cNvSpPr>
          <p:nvPr>
            <p:ph type="sldNum" idx="12"/>
          </p:nvPr>
        </p:nvSpPr>
        <p:spPr>
          <a:xfrm>
            <a:off x="13426034" y="9911198"/>
            <a:ext cx="4277320" cy="5693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3200">
                <a:solidFill>
                  <a:schemeClr val="lt1"/>
                </a:solidFill>
              </a:rPr>
              <a:t>18</a:t>
            </a:fld>
            <a:endParaRPr sz="3200">
              <a:solidFill>
                <a:schemeClr val="lt1"/>
              </a:solidFill>
            </a:endParaRPr>
          </a:p>
        </p:txBody>
      </p:sp>
      <p:grpSp>
        <p:nvGrpSpPr>
          <p:cNvPr id="221" name="Google Shape;221;p20"/>
          <p:cNvGrpSpPr/>
          <p:nvPr/>
        </p:nvGrpSpPr>
        <p:grpSpPr>
          <a:xfrm>
            <a:off x="-2" y="9568581"/>
            <a:ext cx="19010314" cy="1112119"/>
            <a:chOff x="-2" y="9568581"/>
            <a:chExt cx="19010314" cy="1112119"/>
          </a:xfrm>
        </p:grpSpPr>
        <p:grpSp>
          <p:nvGrpSpPr>
            <p:cNvPr id="222" name="Google Shape;222;p20"/>
            <p:cNvGrpSpPr/>
            <p:nvPr/>
          </p:nvGrpSpPr>
          <p:grpSpPr>
            <a:xfrm>
              <a:off x="-2" y="9568581"/>
              <a:ext cx="19010314" cy="1112119"/>
              <a:chOff x="-324645" y="2222500"/>
              <a:chExt cx="22261686" cy="1302327"/>
            </a:xfrm>
          </p:grpSpPr>
          <p:sp>
            <p:nvSpPr>
              <p:cNvPr id="223" name="Google Shape;223;p20"/>
              <p:cNvSpPr/>
              <p:nvPr/>
            </p:nvSpPr>
            <p:spPr>
              <a:xfrm>
                <a:off x="-324645" y="2222500"/>
                <a:ext cx="17644827" cy="1302327"/>
              </a:xfrm>
              <a:custGeom>
                <a:avLst/>
                <a:gdLst/>
                <a:ahLst/>
                <a:cxnLst/>
                <a:rect l="l" t="t" r="r" b="b"/>
                <a:pathLst>
                  <a:path w="1892300" h="440055" extrusionOk="0">
                    <a:moveTo>
                      <a:pt x="0" y="439737"/>
                    </a:moveTo>
                    <a:lnTo>
                      <a:pt x="1892300" y="439737"/>
                    </a:lnTo>
                    <a:lnTo>
                      <a:pt x="1892300" y="0"/>
                    </a:lnTo>
                    <a:lnTo>
                      <a:pt x="0" y="0"/>
                    </a:lnTo>
                    <a:lnTo>
                      <a:pt x="0" y="439737"/>
                    </a:lnTo>
                    <a:close/>
                  </a:path>
                </a:pathLst>
              </a:custGeom>
              <a:solidFill>
                <a:srgbClr val="FFF2C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24" name="Google Shape;224;p20"/>
              <p:cNvSpPr/>
              <p:nvPr/>
            </p:nvSpPr>
            <p:spPr>
              <a:xfrm>
                <a:off x="20621789" y="2222500"/>
                <a:ext cx="1315252" cy="1302327"/>
              </a:xfrm>
              <a:custGeom>
                <a:avLst/>
                <a:gdLst/>
                <a:ahLst/>
                <a:cxnLst/>
                <a:rect l="l" t="t" r="r" b="b"/>
                <a:pathLst>
                  <a:path w="1883409" h="440055" extrusionOk="0">
                    <a:moveTo>
                      <a:pt x="0" y="0"/>
                    </a:moveTo>
                    <a:lnTo>
                      <a:pt x="0" y="439737"/>
                    </a:lnTo>
                    <a:lnTo>
                      <a:pt x="1883155" y="439737"/>
                    </a:lnTo>
                    <a:lnTo>
                      <a:pt x="1883155" y="0"/>
                    </a:lnTo>
                    <a:lnTo>
                      <a:pt x="0" y="0"/>
                    </a:lnTo>
                    <a:close/>
                  </a:path>
                </a:pathLst>
              </a:custGeom>
              <a:solidFill>
                <a:srgbClr val="FF8200"/>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225" name="Google Shape;225;p20"/>
            <p:cNvSpPr/>
            <p:nvPr/>
          </p:nvSpPr>
          <p:spPr>
            <a:xfrm>
              <a:off x="15067756" y="9568581"/>
              <a:ext cx="2819400" cy="1112119"/>
            </a:xfrm>
            <a:custGeom>
              <a:avLst/>
              <a:gdLst/>
              <a:ahLst/>
              <a:cxnLst/>
              <a:rect l="l" t="t" r="r" b="b"/>
              <a:pathLst>
                <a:path w="1883409" h="440055" extrusionOk="0">
                  <a:moveTo>
                    <a:pt x="0" y="0"/>
                  </a:moveTo>
                  <a:lnTo>
                    <a:pt x="0" y="439737"/>
                  </a:lnTo>
                  <a:lnTo>
                    <a:pt x="1883155" y="439737"/>
                  </a:lnTo>
                  <a:lnTo>
                    <a:pt x="1883155" y="0"/>
                  </a:lnTo>
                  <a:lnTo>
                    <a:pt x="0" y="0"/>
                  </a:lnTo>
                  <a:close/>
                </a:path>
              </a:pathLst>
            </a:custGeom>
            <a:solidFill>
              <a:srgbClr val="FEE599"/>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226" name="Google Shape;226;p20"/>
          <p:cNvSpPr txBox="1"/>
          <p:nvPr/>
        </p:nvSpPr>
        <p:spPr>
          <a:xfrm>
            <a:off x="665956" y="9771598"/>
            <a:ext cx="11277600"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dirty="0">
                <a:solidFill>
                  <a:schemeClr val="dk1"/>
                </a:solidFill>
                <a:latin typeface="Times New Roman"/>
                <a:ea typeface="Times New Roman"/>
                <a:cs typeface="Times New Roman"/>
                <a:sym typeface="Times New Roman"/>
              </a:rPr>
              <a:t>HR Data analysis </a:t>
            </a:r>
          </a:p>
        </p:txBody>
      </p:sp>
      <p:sp>
        <p:nvSpPr>
          <p:cNvPr id="227" name="Google Shape;227;p20"/>
          <p:cNvSpPr txBox="1"/>
          <p:nvPr/>
        </p:nvSpPr>
        <p:spPr>
          <a:xfrm>
            <a:off x="15486923" y="9928984"/>
            <a:ext cx="2242421"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1"/>
                </a:solidFill>
                <a:latin typeface="Times New Roman"/>
                <a:ea typeface="Times New Roman"/>
                <a:cs typeface="Times New Roman"/>
                <a:sym typeface="Times New Roman"/>
              </a:rPr>
              <a:t>Month - Year</a:t>
            </a:r>
            <a:endParaRPr sz="2800">
              <a:solidFill>
                <a:schemeClr val="dk1"/>
              </a:solidFill>
              <a:latin typeface="Calibri"/>
              <a:ea typeface="Calibri"/>
              <a:cs typeface="Calibri"/>
              <a:sym typeface="Calibri"/>
            </a:endParaRPr>
          </a:p>
        </p:txBody>
      </p:sp>
      <p:sp>
        <p:nvSpPr>
          <p:cNvPr id="228" name="Google Shape;228;p20"/>
          <p:cNvSpPr txBox="1"/>
          <p:nvPr/>
        </p:nvSpPr>
        <p:spPr>
          <a:xfrm>
            <a:off x="18115756" y="9911199"/>
            <a:ext cx="575041" cy="38850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2800">
                <a:solidFill>
                  <a:schemeClr val="lt1"/>
                </a:solidFill>
                <a:latin typeface="Calibri"/>
                <a:ea typeface="Calibri"/>
                <a:cs typeface="Calibri"/>
                <a:sym typeface="Calibri"/>
              </a:rPr>
              <a:t>18</a:t>
            </a:fld>
            <a:endParaRPr sz="2800" dirty="0">
              <a:solidFill>
                <a:schemeClr val="lt1"/>
              </a:solidFill>
              <a:latin typeface="Calibri"/>
              <a:ea typeface="Calibri"/>
              <a:cs typeface="Calibri"/>
              <a:sym typeface="Calibri"/>
            </a:endParaRPr>
          </a:p>
        </p:txBody>
      </p:sp>
      <p:grpSp>
        <p:nvGrpSpPr>
          <p:cNvPr id="229" name="Google Shape;229;p20"/>
          <p:cNvGrpSpPr/>
          <p:nvPr/>
        </p:nvGrpSpPr>
        <p:grpSpPr>
          <a:xfrm>
            <a:off x="-26281" y="774700"/>
            <a:ext cx="15071695" cy="827992"/>
            <a:chOff x="-16184" y="8640158"/>
            <a:chExt cx="4045716" cy="439420"/>
          </a:xfrm>
        </p:grpSpPr>
        <p:sp>
          <p:nvSpPr>
            <p:cNvPr id="230" name="Google Shape;230;p20"/>
            <p:cNvSpPr/>
            <p:nvPr/>
          </p:nvSpPr>
          <p:spPr>
            <a:xfrm>
              <a:off x="-16184" y="8640158"/>
              <a:ext cx="3923363" cy="439420"/>
            </a:xfrm>
            <a:custGeom>
              <a:avLst/>
              <a:gdLst/>
              <a:ahLst/>
              <a:cxnLst/>
              <a:rect l="l" t="t" r="r" b="b"/>
              <a:pathLst>
                <a:path w="3844925" h="439420" extrusionOk="0">
                  <a:moveTo>
                    <a:pt x="0" y="439204"/>
                  </a:moveTo>
                  <a:lnTo>
                    <a:pt x="3844798" y="439204"/>
                  </a:lnTo>
                  <a:lnTo>
                    <a:pt x="3844798" y="0"/>
                  </a:lnTo>
                  <a:lnTo>
                    <a:pt x="0" y="0"/>
                  </a:lnTo>
                  <a:lnTo>
                    <a:pt x="0" y="439204"/>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457200" marR="0" lvl="1" indent="0" algn="ctr" rtl="0">
                <a:spcBef>
                  <a:spcPts val="0"/>
                </a:spcBef>
                <a:spcAft>
                  <a:spcPts val="0"/>
                </a:spcAft>
                <a:buNone/>
              </a:pPr>
              <a:r>
                <a:rPr lang="en-US" sz="5400" b="0" i="0" u="none" strike="noStrike" cap="none" dirty="0">
                  <a:solidFill>
                    <a:schemeClr val="lt1"/>
                  </a:solidFill>
                  <a:latin typeface="Calibri"/>
                  <a:ea typeface="Calibri"/>
                  <a:cs typeface="Calibri"/>
                  <a:sym typeface="Calibri"/>
                </a:rPr>
                <a:t>Tools and technologies</a:t>
              </a:r>
            </a:p>
          </p:txBody>
        </p:sp>
        <p:sp>
          <p:nvSpPr>
            <p:cNvPr id="231" name="Google Shape;231;p20"/>
            <p:cNvSpPr/>
            <p:nvPr/>
          </p:nvSpPr>
          <p:spPr>
            <a:xfrm>
              <a:off x="3800173" y="8640158"/>
              <a:ext cx="229359" cy="439420"/>
            </a:xfrm>
            <a:custGeom>
              <a:avLst/>
              <a:gdLst/>
              <a:ahLst/>
              <a:cxnLst/>
              <a:rect l="l" t="t" r="r" b="b"/>
              <a:pathLst>
                <a:path w="439420" h="439420" extrusionOk="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232" name="Google Shape;232;p20"/>
          <p:cNvSpPr txBox="1"/>
          <p:nvPr/>
        </p:nvSpPr>
        <p:spPr>
          <a:xfrm>
            <a:off x="1199356" y="2055586"/>
            <a:ext cx="16529988" cy="6394731"/>
          </a:xfrm>
          <a:prstGeom prst="rect">
            <a:avLst/>
          </a:prstGeom>
          <a:noFill/>
          <a:ln>
            <a:noFill/>
          </a:ln>
        </p:spPr>
        <p:txBody>
          <a:bodyPr spcFirstLastPara="1" wrap="square" lIns="91425" tIns="45700" rIns="91425" bIns="45700" anchor="t" anchorCtr="0">
            <a:spAutoFit/>
          </a:bodyPr>
          <a:lstStyle/>
          <a:p>
            <a:pPr marL="571500" marR="0" lvl="0" indent="-571500" rtl="0">
              <a:spcBef>
                <a:spcPts val="0"/>
              </a:spcBef>
              <a:spcAft>
                <a:spcPts val="0"/>
              </a:spcAft>
              <a:buClr>
                <a:schemeClr val="dk1"/>
              </a:buClr>
              <a:buSzPts val="3600"/>
              <a:buFont typeface="Wingdings" panose="05000000000000000000" pitchFamily="2" charset="2"/>
              <a:buChar char="Ø"/>
            </a:pPr>
            <a:r>
              <a:rPr lang="en-US" sz="3600" dirty="0">
                <a:solidFill>
                  <a:schemeClr val="dk1"/>
                </a:solidFill>
                <a:latin typeface="Calibri"/>
                <a:ea typeface="Calibri"/>
                <a:cs typeface="Calibri"/>
                <a:sym typeface="Calibri"/>
              </a:rPr>
              <a:t>This Python project leverages several key tools for predicting employee promotions. *Pandas* and *NumPy* are utilized for data manipulation and numerical operations. </a:t>
            </a:r>
          </a:p>
          <a:p>
            <a:pPr marL="571500" marR="0" lvl="0" indent="-571500" rtl="0">
              <a:spcBef>
                <a:spcPts val="0"/>
              </a:spcBef>
              <a:spcAft>
                <a:spcPts val="0"/>
              </a:spcAft>
              <a:buClr>
                <a:schemeClr val="dk1"/>
              </a:buClr>
              <a:buSzPts val="3600"/>
              <a:buFont typeface="Wingdings" panose="05000000000000000000" pitchFamily="2" charset="2"/>
              <a:buChar char="Ø"/>
            </a:pPr>
            <a:r>
              <a:rPr lang="en-US" sz="3600" dirty="0">
                <a:solidFill>
                  <a:schemeClr val="dk1"/>
                </a:solidFill>
                <a:latin typeface="Calibri"/>
                <a:ea typeface="Calibri"/>
                <a:cs typeface="Calibri"/>
                <a:sym typeface="Calibri"/>
              </a:rPr>
              <a:t>*Scikit-learn* is the primary library for machine learning, offering tools for data preprocessing, model training, and evaluation, including Random Forest and Gradient Boosting. *XGBoost* is employed for optimized gradient boosting. </a:t>
            </a:r>
          </a:p>
          <a:p>
            <a:pPr marL="571500" marR="0" lvl="0" indent="-571500" rtl="0">
              <a:spcBef>
                <a:spcPts val="0"/>
              </a:spcBef>
              <a:spcAft>
                <a:spcPts val="0"/>
              </a:spcAft>
              <a:buClr>
                <a:schemeClr val="dk1"/>
              </a:buClr>
              <a:buSzPts val="3600"/>
              <a:buFont typeface="Wingdings" panose="05000000000000000000" pitchFamily="2" charset="2"/>
              <a:buChar char="Ø"/>
            </a:pPr>
            <a:r>
              <a:rPr lang="en-US" sz="3600" dirty="0">
                <a:solidFill>
                  <a:schemeClr val="dk1"/>
                </a:solidFill>
                <a:latin typeface="Calibri"/>
                <a:ea typeface="Calibri"/>
                <a:cs typeface="Calibri"/>
                <a:sym typeface="Calibri"/>
              </a:rPr>
              <a:t>*Matplotlib* and *Seaborn* are used for creating visualizations to understand data distributions and model performance. </a:t>
            </a:r>
          </a:p>
          <a:p>
            <a:pPr marL="571500" marR="0" lvl="0" indent="-571500" rtl="0">
              <a:spcBef>
                <a:spcPts val="0"/>
              </a:spcBef>
              <a:spcAft>
                <a:spcPts val="0"/>
              </a:spcAft>
              <a:buClr>
                <a:schemeClr val="dk1"/>
              </a:buClr>
              <a:buSzPts val="3600"/>
              <a:buFont typeface="Wingdings" panose="05000000000000000000" pitchFamily="2" charset="2"/>
              <a:buChar char="Ø"/>
            </a:pPr>
            <a:r>
              <a:rPr lang="en-US" sz="3600" dirty="0">
                <a:solidFill>
                  <a:schemeClr val="dk1"/>
                </a:solidFill>
                <a:latin typeface="Calibri"/>
                <a:ea typeface="Calibri"/>
                <a:cs typeface="Calibri"/>
                <a:sym typeface="Calibri"/>
              </a:rPr>
              <a:t>These tools collectively enable comprehensive data handling, robust model development, and insightful visualizations, facilitating a thorough analysis of the promotion prediction problem.</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22"/>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3200">
                <a:solidFill>
                  <a:schemeClr val="lt1"/>
                </a:solidFill>
              </a:rPr>
              <a:t>19</a:t>
            </a:fld>
            <a:endParaRPr sz="3200">
              <a:solidFill>
                <a:schemeClr val="lt1"/>
              </a:solidFill>
            </a:endParaRPr>
          </a:p>
        </p:txBody>
      </p:sp>
      <p:grpSp>
        <p:nvGrpSpPr>
          <p:cNvPr id="265" name="Google Shape;265;p22"/>
          <p:cNvGrpSpPr/>
          <p:nvPr/>
        </p:nvGrpSpPr>
        <p:grpSpPr>
          <a:xfrm>
            <a:off x="-26281" y="774700"/>
            <a:ext cx="15071695" cy="827992"/>
            <a:chOff x="-16184" y="8640158"/>
            <a:chExt cx="4045716" cy="439420"/>
          </a:xfrm>
        </p:grpSpPr>
        <p:sp>
          <p:nvSpPr>
            <p:cNvPr id="266" name="Google Shape;266;p22"/>
            <p:cNvSpPr/>
            <p:nvPr/>
          </p:nvSpPr>
          <p:spPr>
            <a:xfrm>
              <a:off x="-16184" y="8640158"/>
              <a:ext cx="3923363" cy="439420"/>
            </a:xfrm>
            <a:custGeom>
              <a:avLst/>
              <a:gdLst/>
              <a:ahLst/>
              <a:cxnLst/>
              <a:rect l="l" t="t" r="r" b="b"/>
              <a:pathLst>
                <a:path w="3844925" h="439420" extrusionOk="0">
                  <a:moveTo>
                    <a:pt x="0" y="439204"/>
                  </a:moveTo>
                  <a:lnTo>
                    <a:pt x="3844798" y="439204"/>
                  </a:lnTo>
                  <a:lnTo>
                    <a:pt x="3844798" y="0"/>
                  </a:lnTo>
                  <a:lnTo>
                    <a:pt x="0" y="0"/>
                  </a:lnTo>
                  <a:lnTo>
                    <a:pt x="0" y="439204"/>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457200" marR="0" lvl="1" indent="0" algn="ctr" rtl="0">
                <a:spcBef>
                  <a:spcPts val="0"/>
                </a:spcBef>
                <a:spcAft>
                  <a:spcPts val="0"/>
                </a:spcAft>
                <a:buNone/>
              </a:pPr>
              <a:r>
                <a:rPr lang="en-US" sz="4400" b="0" i="0" u="none" strike="noStrike" cap="none" dirty="0">
                  <a:solidFill>
                    <a:schemeClr val="lt1"/>
                  </a:solidFill>
                  <a:latin typeface="Calibri"/>
                  <a:ea typeface="Calibri"/>
                  <a:cs typeface="Calibri"/>
                  <a:sym typeface="Calibri"/>
                </a:rPr>
                <a:t>EDA Portion</a:t>
              </a:r>
              <a:endParaRPr sz="4400" b="0" i="0" u="none" strike="noStrike" cap="none" dirty="0">
                <a:solidFill>
                  <a:schemeClr val="lt1"/>
                </a:solidFill>
                <a:latin typeface="Calibri"/>
                <a:ea typeface="Calibri"/>
                <a:cs typeface="Calibri"/>
                <a:sym typeface="Calibri"/>
              </a:endParaRPr>
            </a:p>
          </p:txBody>
        </p:sp>
        <p:sp>
          <p:nvSpPr>
            <p:cNvPr id="267" name="Google Shape;267;p22"/>
            <p:cNvSpPr/>
            <p:nvPr/>
          </p:nvSpPr>
          <p:spPr>
            <a:xfrm>
              <a:off x="3800173" y="8640158"/>
              <a:ext cx="229359" cy="439420"/>
            </a:xfrm>
            <a:custGeom>
              <a:avLst/>
              <a:gdLst/>
              <a:ahLst/>
              <a:cxnLst/>
              <a:rect l="l" t="t" r="r" b="b"/>
              <a:pathLst>
                <a:path w="439420" h="439420" extrusionOk="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pic>
        <p:nvPicPr>
          <p:cNvPr id="5" name="Picture 4">
            <a:extLst>
              <a:ext uri="{FF2B5EF4-FFF2-40B4-BE49-F238E27FC236}">
                <a16:creationId xmlns:a16="http://schemas.microsoft.com/office/drawing/2014/main" id="{5D202213-4CE6-E331-01A7-10A7C79854EE}"/>
              </a:ext>
            </a:extLst>
          </p:cNvPr>
          <p:cNvPicPr>
            <a:picLocks noChangeAspect="1"/>
          </p:cNvPicPr>
          <p:nvPr/>
        </p:nvPicPr>
        <p:blipFill rotWithShape="1">
          <a:blip r:embed="rId3">
            <a:extLst>
              <a:ext uri="{BEBA8EAE-BF5A-486C-A8C5-ECC9F3942E4B}">
                <a14:imgProps xmlns:a14="http://schemas.microsoft.com/office/drawing/2010/main">
                  <a14:imgLayer r:embed="rId4">
                    <a14:imgEffect>
                      <a14:sharpenSoften amount="50000"/>
                    </a14:imgEffect>
                  </a14:imgLayer>
                </a14:imgProps>
              </a:ext>
            </a:extLst>
          </a:blip>
          <a:srcRect l="1255" t="14550" r="34975" b="3753"/>
          <a:stretch/>
        </p:blipFill>
        <p:spPr>
          <a:xfrm>
            <a:off x="188687" y="1907718"/>
            <a:ext cx="5443043" cy="3976916"/>
          </a:xfrm>
          <a:prstGeom prst="rect">
            <a:avLst/>
          </a:prstGeom>
        </p:spPr>
      </p:pic>
      <p:pic>
        <p:nvPicPr>
          <p:cNvPr id="7" name="Picture 6">
            <a:extLst>
              <a:ext uri="{FF2B5EF4-FFF2-40B4-BE49-F238E27FC236}">
                <a16:creationId xmlns:a16="http://schemas.microsoft.com/office/drawing/2014/main" id="{49316A82-33F3-9AA4-5807-24871E92A7E6}"/>
              </a:ext>
            </a:extLst>
          </p:cNvPr>
          <p:cNvPicPr>
            <a:picLocks noChangeAspect="1"/>
          </p:cNvPicPr>
          <p:nvPr/>
        </p:nvPicPr>
        <p:blipFill rotWithShape="1">
          <a:blip r:embed="rId5"/>
          <a:srcRect l="2386" t="32649" r="32316"/>
          <a:stretch/>
        </p:blipFill>
        <p:spPr>
          <a:xfrm>
            <a:off x="6049792" y="1899142"/>
            <a:ext cx="5443043" cy="3985492"/>
          </a:xfrm>
          <a:prstGeom prst="rect">
            <a:avLst/>
          </a:prstGeom>
        </p:spPr>
      </p:pic>
      <p:pic>
        <p:nvPicPr>
          <p:cNvPr id="9" name="Picture 8">
            <a:extLst>
              <a:ext uri="{FF2B5EF4-FFF2-40B4-BE49-F238E27FC236}">
                <a16:creationId xmlns:a16="http://schemas.microsoft.com/office/drawing/2014/main" id="{063AC248-4D63-E2F5-55EC-BAC94A21812E}"/>
              </a:ext>
            </a:extLst>
          </p:cNvPr>
          <p:cNvPicPr>
            <a:picLocks noChangeAspect="1"/>
          </p:cNvPicPr>
          <p:nvPr/>
        </p:nvPicPr>
        <p:blipFill rotWithShape="1">
          <a:blip r:embed="rId6"/>
          <a:srcRect l="3490" t="12256" r="20961"/>
          <a:stretch/>
        </p:blipFill>
        <p:spPr>
          <a:xfrm>
            <a:off x="11910898" y="1899142"/>
            <a:ext cx="6580302" cy="3985492"/>
          </a:xfrm>
          <a:prstGeom prst="rect">
            <a:avLst/>
          </a:prstGeom>
        </p:spPr>
      </p:pic>
      <p:pic>
        <p:nvPicPr>
          <p:cNvPr id="13" name="Picture 12">
            <a:extLst>
              <a:ext uri="{FF2B5EF4-FFF2-40B4-BE49-F238E27FC236}">
                <a16:creationId xmlns:a16="http://schemas.microsoft.com/office/drawing/2014/main" id="{69704B10-78AE-4D76-FC0B-CF1378131A86}"/>
              </a:ext>
            </a:extLst>
          </p:cNvPr>
          <p:cNvPicPr>
            <a:picLocks noChangeAspect="1"/>
          </p:cNvPicPr>
          <p:nvPr/>
        </p:nvPicPr>
        <p:blipFill rotWithShape="1">
          <a:blip r:embed="rId7">
            <a:extLst>
              <a:ext uri="{BEBA8EAE-BF5A-486C-A8C5-ECC9F3942E4B}">
                <a14:imgProps xmlns:a14="http://schemas.microsoft.com/office/drawing/2010/main">
                  <a14:imgLayer r:embed="rId8">
                    <a14:imgEffect>
                      <a14:sharpenSoften amount="50000"/>
                    </a14:imgEffect>
                  </a14:imgLayer>
                </a14:imgProps>
              </a:ext>
            </a:extLst>
          </a:blip>
          <a:srcRect l="3420" t="13382" r="10463"/>
          <a:stretch/>
        </p:blipFill>
        <p:spPr>
          <a:xfrm>
            <a:off x="319314" y="6210368"/>
            <a:ext cx="5312416" cy="3976916"/>
          </a:xfrm>
          <a:prstGeom prst="rect">
            <a:avLst/>
          </a:prstGeom>
        </p:spPr>
      </p:pic>
      <p:pic>
        <p:nvPicPr>
          <p:cNvPr id="15" name="Picture 14">
            <a:extLst>
              <a:ext uri="{FF2B5EF4-FFF2-40B4-BE49-F238E27FC236}">
                <a16:creationId xmlns:a16="http://schemas.microsoft.com/office/drawing/2014/main" id="{7CE50FF7-2CD9-34E6-4D5B-B4893FE78752}"/>
              </a:ext>
            </a:extLst>
          </p:cNvPr>
          <p:cNvPicPr>
            <a:picLocks noChangeAspect="1"/>
          </p:cNvPicPr>
          <p:nvPr/>
        </p:nvPicPr>
        <p:blipFill rotWithShape="1">
          <a:blip r:embed="rId9">
            <a:extLst>
              <a:ext uri="{BEBA8EAE-BF5A-486C-A8C5-ECC9F3942E4B}">
                <a14:imgProps xmlns:a14="http://schemas.microsoft.com/office/drawing/2010/main">
                  <a14:imgLayer r:embed="rId10">
                    <a14:imgEffect>
                      <a14:sharpenSoften amount="50000"/>
                    </a14:imgEffect>
                  </a14:imgLayer>
                </a14:imgProps>
              </a:ext>
            </a:extLst>
          </a:blip>
          <a:srcRect l="3387" t="14497" r="11714" b="3148"/>
          <a:stretch/>
        </p:blipFill>
        <p:spPr>
          <a:xfrm>
            <a:off x="6049791" y="6210368"/>
            <a:ext cx="5443043" cy="3985492"/>
          </a:xfrm>
          <a:prstGeom prst="rect">
            <a:avLst/>
          </a:prstGeom>
        </p:spPr>
      </p:pic>
      <p:pic>
        <p:nvPicPr>
          <p:cNvPr id="3" name="Picture 2">
            <a:extLst>
              <a:ext uri="{FF2B5EF4-FFF2-40B4-BE49-F238E27FC236}">
                <a16:creationId xmlns:a16="http://schemas.microsoft.com/office/drawing/2014/main" id="{1574D082-0CFB-C3EA-10A2-71D183F85268}"/>
              </a:ext>
            </a:extLst>
          </p:cNvPr>
          <p:cNvPicPr>
            <a:picLocks noChangeAspect="1"/>
          </p:cNvPicPr>
          <p:nvPr/>
        </p:nvPicPr>
        <p:blipFill rotWithShape="1">
          <a:blip r:embed="rId11"/>
          <a:srcRect l="1180" t="2801"/>
          <a:stretch/>
        </p:blipFill>
        <p:spPr>
          <a:xfrm>
            <a:off x="11910895" y="6210368"/>
            <a:ext cx="6580302" cy="3985492"/>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2C48405-0D77-C45E-E014-AB8F284FE39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20</a:t>
            </a:fld>
            <a:endParaRPr lang="en-US"/>
          </a:p>
        </p:txBody>
      </p:sp>
      <p:grpSp>
        <p:nvGrpSpPr>
          <p:cNvPr id="3" name="Google Shape;265;p22">
            <a:extLst>
              <a:ext uri="{FF2B5EF4-FFF2-40B4-BE49-F238E27FC236}">
                <a16:creationId xmlns:a16="http://schemas.microsoft.com/office/drawing/2014/main" id="{EF356D87-15A9-8774-1C97-E0421A1B29C3}"/>
              </a:ext>
            </a:extLst>
          </p:cNvPr>
          <p:cNvGrpSpPr/>
          <p:nvPr/>
        </p:nvGrpSpPr>
        <p:grpSpPr>
          <a:xfrm>
            <a:off x="-26281" y="774700"/>
            <a:ext cx="15071695" cy="827992"/>
            <a:chOff x="-16184" y="8640158"/>
            <a:chExt cx="4045716" cy="439420"/>
          </a:xfrm>
        </p:grpSpPr>
        <p:sp>
          <p:nvSpPr>
            <p:cNvPr id="4" name="Google Shape;266;p22">
              <a:extLst>
                <a:ext uri="{FF2B5EF4-FFF2-40B4-BE49-F238E27FC236}">
                  <a16:creationId xmlns:a16="http://schemas.microsoft.com/office/drawing/2014/main" id="{05CDE6FA-E5A1-E203-D383-F529BACF2BE2}"/>
                </a:ext>
              </a:extLst>
            </p:cNvPr>
            <p:cNvSpPr/>
            <p:nvPr/>
          </p:nvSpPr>
          <p:spPr>
            <a:xfrm>
              <a:off x="-16184" y="8640158"/>
              <a:ext cx="3923363" cy="439420"/>
            </a:xfrm>
            <a:custGeom>
              <a:avLst/>
              <a:gdLst/>
              <a:ahLst/>
              <a:cxnLst/>
              <a:rect l="l" t="t" r="r" b="b"/>
              <a:pathLst>
                <a:path w="3844925" h="439420" extrusionOk="0">
                  <a:moveTo>
                    <a:pt x="0" y="439204"/>
                  </a:moveTo>
                  <a:lnTo>
                    <a:pt x="3844798" y="439204"/>
                  </a:lnTo>
                  <a:lnTo>
                    <a:pt x="3844798" y="0"/>
                  </a:lnTo>
                  <a:lnTo>
                    <a:pt x="0" y="0"/>
                  </a:lnTo>
                  <a:lnTo>
                    <a:pt x="0" y="439204"/>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457200" marR="0" lvl="1" indent="0" algn="ctr" rtl="0">
                <a:spcBef>
                  <a:spcPts val="0"/>
                </a:spcBef>
                <a:spcAft>
                  <a:spcPts val="0"/>
                </a:spcAft>
                <a:buNone/>
              </a:pPr>
              <a:r>
                <a:rPr lang="en-US" sz="4400" dirty="0">
                  <a:solidFill>
                    <a:schemeClr val="lt1"/>
                  </a:solidFill>
                  <a:latin typeface="Calibri"/>
                  <a:ea typeface="Calibri"/>
                  <a:cs typeface="Calibri"/>
                  <a:sym typeface="Calibri"/>
                </a:rPr>
                <a:t>P</a:t>
              </a:r>
              <a:r>
                <a:rPr lang="en-US" sz="4400" b="0" i="0" u="none" strike="noStrike" cap="none" dirty="0">
                  <a:solidFill>
                    <a:schemeClr val="lt1"/>
                  </a:solidFill>
                  <a:latin typeface="Calibri"/>
                  <a:ea typeface="Calibri"/>
                  <a:cs typeface="Calibri"/>
                  <a:sym typeface="Calibri"/>
                </a:rPr>
                <a:t>lots &amp; heatmap for correlation b/w features</a:t>
              </a:r>
              <a:endParaRPr sz="4400" b="0" i="0" u="none" strike="noStrike" cap="none" dirty="0">
                <a:solidFill>
                  <a:schemeClr val="lt1"/>
                </a:solidFill>
                <a:latin typeface="Calibri"/>
                <a:ea typeface="Calibri"/>
                <a:cs typeface="Calibri"/>
                <a:sym typeface="Calibri"/>
              </a:endParaRPr>
            </a:p>
          </p:txBody>
        </p:sp>
        <p:sp>
          <p:nvSpPr>
            <p:cNvPr id="5" name="Google Shape;267;p22">
              <a:extLst>
                <a:ext uri="{FF2B5EF4-FFF2-40B4-BE49-F238E27FC236}">
                  <a16:creationId xmlns:a16="http://schemas.microsoft.com/office/drawing/2014/main" id="{D47153ED-B15B-1E02-A735-554C575C3995}"/>
                </a:ext>
              </a:extLst>
            </p:cNvPr>
            <p:cNvSpPr/>
            <p:nvPr/>
          </p:nvSpPr>
          <p:spPr>
            <a:xfrm>
              <a:off x="3800173" y="8640158"/>
              <a:ext cx="229359" cy="439420"/>
            </a:xfrm>
            <a:custGeom>
              <a:avLst/>
              <a:gdLst/>
              <a:ahLst/>
              <a:cxnLst/>
              <a:rect l="l" t="t" r="r" b="b"/>
              <a:pathLst>
                <a:path w="439420" h="439420" extrusionOk="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pic>
        <p:nvPicPr>
          <p:cNvPr id="7" name="Picture 6">
            <a:extLst>
              <a:ext uri="{FF2B5EF4-FFF2-40B4-BE49-F238E27FC236}">
                <a16:creationId xmlns:a16="http://schemas.microsoft.com/office/drawing/2014/main" id="{34656C53-F0C3-89E4-103D-374DD106EAB8}"/>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10562456" y="1756227"/>
            <a:ext cx="7943257" cy="5050973"/>
          </a:xfrm>
          <a:prstGeom prst="rect">
            <a:avLst/>
          </a:prstGeom>
        </p:spPr>
      </p:pic>
      <p:pic>
        <p:nvPicPr>
          <p:cNvPr id="8" name="Picture 7">
            <a:extLst>
              <a:ext uri="{FF2B5EF4-FFF2-40B4-BE49-F238E27FC236}">
                <a16:creationId xmlns:a16="http://schemas.microsoft.com/office/drawing/2014/main" id="{47C8A098-3201-2634-36A1-DD6CF6329BB2}"/>
              </a:ext>
            </a:extLst>
          </p:cNvPr>
          <p:cNvPicPr>
            <a:picLocks noChangeAspect="1"/>
          </p:cNvPicPr>
          <p:nvPr/>
        </p:nvPicPr>
        <p:blipFill rotWithShape="1">
          <a:blip r:embed="rId4"/>
          <a:srcRect l="1342" t="9053" r="24523" b="2111"/>
          <a:stretch/>
        </p:blipFill>
        <p:spPr>
          <a:xfrm>
            <a:off x="348453" y="1756227"/>
            <a:ext cx="9392923" cy="5050973"/>
          </a:xfrm>
          <a:prstGeom prst="rect">
            <a:avLst/>
          </a:prstGeom>
        </p:spPr>
      </p:pic>
      <p:pic>
        <p:nvPicPr>
          <p:cNvPr id="10" name="Picture 9">
            <a:extLst>
              <a:ext uri="{FF2B5EF4-FFF2-40B4-BE49-F238E27FC236}">
                <a16:creationId xmlns:a16="http://schemas.microsoft.com/office/drawing/2014/main" id="{CD7457F5-D619-67A5-CC2F-8F02DE5040B2}"/>
              </a:ext>
            </a:extLst>
          </p:cNvPr>
          <p:cNvPicPr>
            <a:picLocks noChangeAspect="1"/>
          </p:cNvPicPr>
          <p:nvPr/>
        </p:nvPicPr>
        <p:blipFill rotWithShape="1">
          <a:blip r:embed="rId5"/>
          <a:srcRect l="2035" t="36005" r="18327" b="141"/>
          <a:stretch/>
        </p:blipFill>
        <p:spPr>
          <a:xfrm>
            <a:off x="348453" y="7121782"/>
            <a:ext cx="10214003" cy="3394284"/>
          </a:xfrm>
          <a:prstGeom prst="rect">
            <a:avLst/>
          </a:prstGeom>
        </p:spPr>
      </p:pic>
      <p:pic>
        <p:nvPicPr>
          <p:cNvPr id="14" name="Picture 13">
            <a:extLst>
              <a:ext uri="{FF2B5EF4-FFF2-40B4-BE49-F238E27FC236}">
                <a16:creationId xmlns:a16="http://schemas.microsoft.com/office/drawing/2014/main" id="{D04945CE-E29E-C38B-6A96-29A2CD4CED68}"/>
              </a:ext>
            </a:extLst>
          </p:cNvPr>
          <p:cNvPicPr>
            <a:picLocks noChangeAspect="1"/>
          </p:cNvPicPr>
          <p:nvPr/>
        </p:nvPicPr>
        <p:blipFill rotWithShape="1">
          <a:blip r:embed="rId6"/>
          <a:srcRect l="2228" t="14852" r="17430" b="1411"/>
          <a:stretch/>
        </p:blipFill>
        <p:spPr>
          <a:xfrm>
            <a:off x="11277919" y="6960733"/>
            <a:ext cx="7227794" cy="3555333"/>
          </a:xfrm>
          <a:prstGeom prst="rect">
            <a:avLst/>
          </a:prstGeom>
        </p:spPr>
      </p:pic>
    </p:spTree>
    <p:extLst>
      <p:ext uri="{BB962C8B-B14F-4D97-AF65-F5344CB8AC3E}">
        <p14:creationId xmlns:p14="http://schemas.microsoft.com/office/powerpoint/2010/main" val="39373885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21"/>
          <p:cNvSpPr txBox="1">
            <a:spLocks noGrp="1"/>
          </p:cNvSpPr>
          <p:nvPr>
            <p:ph type="sldNum" idx="12"/>
          </p:nvPr>
        </p:nvSpPr>
        <p:spPr>
          <a:xfrm>
            <a:off x="13426034" y="9911198"/>
            <a:ext cx="4277320" cy="5693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3200">
                <a:solidFill>
                  <a:schemeClr val="lt1"/>
                </a:solidFill>
              </a:rPr>
              <a:t>21</a:t>
            </a:fld>
            <a:endParaRPr sz="3200">
              <a:solidFill>
                <a:schemeClr val="lt1"/>
              </a:solidFill>
            </a:endParaRPr>
          </a:p>
        </p:txBody>
      </p:sp>
      <p:grpSp>
        <p:nvGrpSpPr>
          <p:cNvPr id="239" name="Google Shape;239;p21"/>
          <p:cNvGrpSpPr/>
          <p:nvPr/>
        </p:nvGrpSpPr>
        <p:grpSpPr>
          <a:xfrm>
            <a:off x="-2" y="9568581"/>
            <a:ext cx="19010314" cy="1112119"/>
            <a:chOff x="-2" y="9568581"/>
            <a:chExt cx="19010314" cy="1112119"/>
          </a:xfrm>
        </p:grpSpPr>
        <p:grpSp>
          <p:nvGrpSpPr>
            <p:cNvPr id="240" name="Google Shape;240;p21"/>
            <p:cNvGrpSpPr/>
            <p:nvPr/>
          </p:nvGrpSpPr>
          <p:grpSpPr>
            <a:xfrm>
              <a:off x="-2" y="9568581"/>
              <a:ext cx="19010314" cy="1112119"/>
              <a:chOff x="-324645" y="2222500"/>
              <a:chExt cx="22261686" cy="1302327"/>
            </a:xfrm>
          </p:grpSpPr>
          <p:sp>
            <p:nvSpPr>
              <p:cNvPr id="241" name="Google Shape;241;p21"/>
              <p:cNvSpPr/>
              <p:nvPr/>
            </p:nvSpPr>
            <p:spPr>
              <a:xfrm>
                <a:off x="-324645" y="2222500"/>
                <a:ext cx="17644827" cy="1302327"/>
              </a:xfrm>
              <a:custGeom>
                <a:avLst/>
                <a:gdLst/>
                <a:ahLst/>
                <a:cxnLst/>
                <a:rect l="l" t="t" r="r" b="b"/>
                <a:pathLst>
                  <a:path w="1892300" h="440055" extrusionOk="0">
                    <a:moveTo>
                      <a:pt x="0" y="439737"/>
                    </a:moveTo>
                    <a:lnTo>
                      <a:pt x="1892300" y="439737"/>
                    </a:lnTo>
                    <a:lnTo>
                      <a:pt x="1892300" y="0"/>
                    </a:lnTo>
                    <a:lnTo>
                      <a:pt x="0" y="0"/>
                    </a:lnTo>
                    <a:lnTo>
                      <a:pt x="0" y="439737"/>
                    </a:lnTo>
                    <a:close/>
                  </a:path>
                </a:pathLst>
              </a:custGeom>
              <a:solidFill>
                <a:srgbClr val="FFF2C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2" name="Google Shape;242;p21"/>
              <p:cNvSpPr/>
              <p:nvPr/>
            </p:nvSpPr>
            <p:spPr>
              <a:xfrm>
                <a:off x="20621789" y="2222500"/>
                <a:ext cx="1315252" cy="1302327"/>
              </a:xfrm>
              <a:custGeom>
                <a:avLst/>
                <a:gdLst/>
                <a:ahLst/>
                <a:cxnLst/>
                <a:rect l="l" t="t" r="r" b="b"/>
                <a:pathLst>
                  <a:path w="1883409" h="440055" extrusionOk="0">
                    <a:moveTo>
                      <a:pt x="0" y="0"/>
                    </a:moveTo>
                    <a:lnTo>
                      <a:pt x="0" y="439737"/>
                    </a:lnTo>
                    <a:lnTo>
                      <a:pt x="1883155" y="439737"/>
                    </a:lnTo>
                    <a:lnTo>
                      <a:pt x="1883155" y="0"/>
                    </a:lnTo>
                    <a:lnTo>
                      <a:pt x="0" y="0"/>
                    </a:lnTo>
                    <a:close/>
                  </a:path>
                </a:pathLst>
              </a:custGeom>
              <a:solidFill>
                <a:srgbClr val="FF8200"/>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243" name="Google Shape;243;p21"/>
            <p:cNvSpPr/>
            <p:nvPr/>
          </p:nvSpPr>
          <p:spPr>
            <a:xfrm>
              <a:off x="15067756" y="9568581"/>
              <a:ext cx="2819400" cy="1112119"/>
            </a:xfrm>
            <a:custGeom>
              <a:avLst/>
              <a:gdLst/>
              <a:ahLst/>
              <a:cxnLst/>
              <a:rect l="l" t="t" r="r" b="b"/>
              <a:pathLst>
                <a:path w="1883409" h="440055" extrusionOk="0">
                  <a:moveTo>
                    <a:pt x="0" y="0"/>
                  </a:moveTo>
                  <a:lnTo>
                    <a:pt x="0" y="439737"/>
                  </a:lnTo>
                  <a:lnTo>
                    <a:pt x="1883155" y="439737"/>
                  </a:lnTo>
                  <a:lnTo>
                    <a:pt x="1883155" y="0"/>
                  </a:lnTo>
                  <a:lnTo>
                    <a:pt x="0" y="0"/>
                  </a:lnTo>
                  <a:close/>
                </a:path>
              </a:pathLst>
            </a:custGeom>
            <a:solidFill>
              <a:srgbClr val="FEE599"/>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244" name="Google Shape;244;p21"/>
          <p:cNvSpPr txBox="1"/>
          <p:nvPr/>
        </p:nvSpPr>
        <p:spPr>
          <a:xfrm>
            <a:off x="665956" y="9771598"/>
            <a:ext cx="11277600"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dirty="0">
                <a:solidFill>
                  <a:schemeClr val="dk1"/>
                </a:solidFill>
                <a:latin typeface="Times New Roman"/>
                <a:ea typeface="Times New Roman"/>
                <a:cs typeface="Times New Roman"/>
                <a:sym typeface="Times New Roman"/>
              </a:rPr>
              <a:t>HR Data analysis </a:t>
            </a:r>
          </a:p>
        </p:txBody>
      </p:sp>
      <p:sp>
        <p:nvSpPr>
          <p:cNvPr id="246" name="Google Shape;246;p21"/>
          <p:cNvSpPr txBox="1"/>
          <p:nvPr/>
        </p:nvSpPr>
        <p:spPr>
          <a:xfrm>
            <a:off x="18115756" y="9911199"/>
            <a:ext cx="575041" cy="38850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2800">
                <a:solidFill>
                  <a:schemeClr val="lt1"/>
                </a:solidFill>
                <a:latin typeface="Calibri"/>
                <a:ea typeface="Calibri"/>
                <a:cs typeface="Calibri"/>
                <a:sym typeface="Calibri"/>
              </a:rPr>
              <a:t>21</a:t>
            </a:fld>
            <a:endParaRPr sz="2800" dirty="0">
              <a:solidFill>
                <a:schemeClr val="lt1"/>
              </a:solidFill>
              <a:latin typeface="Calibri"/>
              <a:ea typeface="Calibri"/>
              <a:cs typeface="Calibri"/>
              <a:sym typeface="Calibri"/>
            </a:endParaRPr>
          </a:p>
        </p:txBody>
      </p:sp>
      <p:grpSp>
        <p:nvGrpSpPr>
          <p:cNvPr id="247" name="Google Shape;247;p21"/>
          <p:cNvGrpSpPr/>
          <p:nvPr/>
        </p:nvGrpSpPr>
        <p:grpSpPr>
          <a:xfrm>
            <a:off x="-26281" y="774700"/>
            <a:ext cx="15071695" cy="827992"/>
            <a:chOff x="-16184" y="8640158"/>
            <a:chExt cx="4045716" cy="439420"/>
          </a:xfrm>
        </p:grpSpPr>
        <p:sp>
          <p:nvSpPr>
            <p:cNvPr id="248" name="Google Shape;248;p21"/>
            <p:cNvSpPr/>
            <p:nvPr/>
          </p:nvSpPr>
          <p:spPr>
            <a:xfrm>
              <a:off x="-16184" y="8640158"/>
              <a:ext cx="3923363" cy="439420"/>
            </a:xfrm>
            <a:custGeom>
              <a:avLst/>
              <a:gdLst/>
              <a:ahLst/>
              <a:cxnLst/>
              <a:rect l="l" t="t" r="r" b="b"/>
              <a:pathLst>
                <a:path w="3844925" h="439420" extrusionOk="0">
                  <a:moveTo>
                    <a:pt x="0" y="439204"/>
                  </a:moveTo>
                  <a:lnTo>
                    <a:pt x="3844798" y="439204"/>
                  </a:lnTo>
                  <a:lnTo>
                    <a:pt x="3844798" y="0"/>
                  </a:lnTo>
                  <a:lnTo>
                    <a:pt x="0" y="0"/>
                  </a:lnTo>
                  <a:lnTo>
                    <a:pt x="0" y="439204"/>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457200" marR="0" lvl="1" indent="0" algn="ctr" rtl="0">
                <a:spcBef>
                  <a:spcPts val="0"/>
                </a:spcBef>
                <a:spcAft>
                  <a:spcPts val="0"/>
                </a:spcAft>
                <a:buNone/>
              </a:pPr>
              <a:r>
                <a:rPr lang="en-US" sz="5400" b="0" i="0" u="none" strike="noStrike" cap="none" dirty="0">
                  <a:solidFill>
                    <a:schemeClr val="lt1"/>
                  </a:solidFill>
                  <a:latin typeface="Calibri"/>
                  <a:ea typeface="Calibri"/>
                  <a:cs typeface="Calibri"/>
                  <a:sym typeface="Calibri"/>
                </a:rPr>
                <a:t>Testing / EDA on Data </a:t>
              </a:r>
            </a:p>
            <a:p>
              <a:pPr marL="457200" marR="0" lvl="1" indent="0" algn="ctr" rtl="0">
                <a:spcBef>
                  <a:spcPts val="0"/>
                </a:spcBef>
                <a:spcAft>
                  <a:spcPts val="0"/>
                </a:spcAft>
                <a:buNone/>
              </a:pPr>
              <a:endParaRPr sz="5400" b="0" i="0" u="none" strike="noStrike" cap="none" dirty="0">
                <a:solidFill>
                  <a:schemeClr val="lt1"/>
                </a:solidFill>
                <a:latin typeface="Calibri"/>
                <a:ea typeface="Calibri"/>
                <a:cs typeface="Calibri"/>
                <a:sym typeface="Calibri"/>
              </a:endParaRPr>
            </a:p>
            <a:p>
              <a:pPr marL="457200" marR="0" lvl="1" indent="0" algn="ctr" rtl="0">
                <a:spcBef>
                  <a:spcPts val="0"/>
                </a:spcBef>
                <a:spcAft>
                  <a:spcPts val="0"/>
                </a:spcAft>
                <a:buNone/>
              </a:pPr>
              <a:endParaRPr sz="5400" b="0" i="0" u="none" strike="noStrike" cap="none" dirty="0">
                <a:solidFill>
                  <a:schemeClr val="lt1"/>
                </a:solidFill>
                <a:latin typeface="Calibri"/>
                <a:ea typeface="Calibri"/>
                <a:cs typeface="Calibri"/>
                <a:sym typeface="Calibri"/>
              </a:endParaRPr>
            </a:p>
            <a:p>
              <a:pPr marL="457200" marR="0" lvl="1" indent="0" algn="ctr" rtl="0">
                <a:spcBef>
                  <a:spcPts val="0"/>
                </a:spcBef>
                <a:spcAft>
                  <a:spcPts val="0"/>
                </a:spcAft>
                <a:buNone/>
              </a:pPr>
              <a:endParaRPr sz="2000" b="0" i="0" u="none" strike="noStrike" cap="none" dirty="0">
                <a:solidFill>
                  <a:schemeClr val="lt1"/>
                </a:solidFill>
                <a:latin typeface="Calibri"/>
                <a:ea typeface="Calibri"/>
                <a:cs typeface="Calibri"/>
                <a:sym typeface="Calibri"/>
              </a:endParaRPr>
            </a:p>
          </p:txBody>
        </p:sp>
        <p:sp>
          <p:nvSpPr>
            <p:cNvPr id="249" name="Google Shape;249;p21"/>
            <p:cNvSpPr/>
            <p:nvPr/>
          </p:nvSpPr>
          <p:spPr>
            <a:xfrm>
              <a:off x="3800173" y="8640158"/>
              <a:ext cx="229359" cy="439420"/>
            </a:xfrm>
            <a:custGeom>
              <a:avLst/>
              <a:gdLst/>
              <a:ahLst/>
              <a:cxnLst/>
              <a:rect l="l" t="t" r="r" b="b"/>
              <a:pathLst>
                <a:path w="439420" h="439420" extrusionOk="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250" name="Google Shape;250;p21"/>
          <p:cNvSpPr txBox="1"/>
          <p:nvPr/>
        </p:nvSpPr>
        <p:spPr>
          <a:xfrm>
            <a:off x="786954" y="2070100"/>
            <a:ext cx="16916400" cy="6285624"/>
          </a:xfrm>
          <a:prstGeom prst="rect">
            <a:avLst/>
          </a:prstGeom>
          <a:noFill/>
          <a:ln>
            <a:noFill/>
          </a:ln>
        </p:spPr>
        <p:txBody>
          <a:bodyPr spcFirstLastPara="1" wrap="square" lIns="91425" tIns="45700" rIns="91425" bIns="45700" anchor="t" anchorCtr="0">
            <a:spAutoFit/>
          </a:bodyPr>
          <a:lstStyle/>
          <a:p>
            <a:pPr marL="571500" marR="0" lvl="0" indent="-571500" rtl="0">
              <a:spcBef>
                <a:spcPts val="0"/>
              </a:spcBef>
              <a:spcAft>
                <a:spcPts val="0"/>
              </a:spcAft>
              <a:buClr>
                <a:schemeClr val="dk1"/>
              </a:buClr>
              <a:buSzPts val="3600"/>
              <a:buFont typeface="Wingdings" panose="05000000000000000000" pitchFamily="2" charset="2"/>
              <a:buChar char="Ø"/>
            </a:pPr>
            <a:r>
              <a:rPr lang="en-US" sz="3600" dirty="0">
                <a:solidFill>
                  <a:schemeClr val="dk1"/>
                </a:solidFill>
                <a:latin typeface="Calibri"/>
                <a:ea typeface="Calibri"/>
                <a:cs typeface="Calibri"/>
                <a:sym typeface="Calibri"/>
              </a:rPr>
              <a:t>The Exploratory Data Analysis (EDA) part of this Python project focuses on understanding the underlying patterns and relationships in the dataset related to employee promotions. </a:t>
            </a:r>
          </a:p>
          <a:p>
            <a:pPr marL="571500" marR="0" lvl="0" indent="-571500" rtl="0">
              <a:spcBef>
                <a:spcPts val="0"/>
              </a:spcBef>
              <a:spcAft>
                <a:spcPts val="0"/>
              </a:spcAft>
              <a:buClr>
                <a:schemeClr val="dk1"/>
              </a:buClr>
              <a:buSzPts val="3600"/>
              <a:buFont typeface="Wingdings" panose="05000000000000000000" pitchFamily="2" charset="2"/>
              <a:buChar char="Ø"/>
            </a:pPr>
            <a:r>
              <a:rPr lang="en-US" sz="3600" dirty="0">
                <a:solidFill>
                  <a:schemeClr val="dk1"/>
                </a:solidFill>
                <a:latin typeface="Calibri"/>
                <a:ea typeface="Calibri"/>
                <a:cs typeface="Calibri"/>
                <a:sym typeface="Calibri"/>
              </a:rPr>
              <a:t>Using *Pandas, the data is initially loaded and inspected to identify any missing values, outliers, or inconsistencies. Descriptive statistics are computed to summarize the central tendency, dispersion, and shape of the dataset’s distribution.</a:t>
            </a:r>
          </a:p>
          <a:p>
            <a:pPr marL="571500" marR="0" lvl="0" indent="-571500" rtl="0">
              <a:spcBef>
                <a:spcPts val="0"/>
              </a:spcBef>
              <a:spcAft>
                <a:spcPts val="0"/>
              </a:spcAft>
              <a:buClr>
                <a:schemeClr val="dk1"/>
              </a:buClr>
              <a:buSzPts val="3600"/>
              <a:buFont typeface="Wingdings" panose="05000000000000000000" pitchFamily="2" charset="2"/>
              <a:buChar char="Ø"/>
            </a:pPr>
            <a:r>
              <a:rPr lang="en-US" sz="3600" dirty="0">
                <a:solidFill>
                  <a:schemeClr val="dk1"/>
                </a:solidFill>
                <a:latin typeface="Calibri"/>
                <a:ea typeface="Calibri"/>
                <a:cs typeface="Calibri"/>
                <a:sym typeface="Calibri"/>
              </a:rPr>
              <a:t> **Seaborn* and *Matplotlib* are then employed to create visualizations such as histograms, box plots, and scatter plots, which help in identifying correlations between features and the target variable. </a:t>
            </a:r>
          </a:p>
          <a:p>
            <a:pPr marL="571500" marR="0" lvl="0" indent="-571500" rtl="0">
              <a:spcBef>
                <a:spcPts val="0"/>
              </a:spcBef>
              <a:spcAft>
                <a:spcPts val="0"/>
              </a:spcAft>
              <a:buClr>
                <a:schemeClr val="dk1"/>
              </a:buClr>
              <a:buSzPts val="3600"/>
              <a:buFont typeface="Wingdings" panose="05000000000000000000" pitchFamily="2" charset="2"/>
              <a:buChar char="Ø"/>
            </a:pPr>
            <a:r>
              <a:rPr lang="en-US" sz="3600" dirty="0">
                <a:solidFill>
                  <a:schemeClr val="dk1"/>
                </a:solidFill>
                <a:latin typeface="Calibri"/>
                <a:ea typeface="Calibri"/>
                <a:cs typeface="Calibri"/>
                <a:sym typeface="Calibri"/>
              </a:rPr>
              <a:t>These insights guide feature selection and engineering, ensuring that the data is appropriately preprocessed for the subsequent modeling phase</a:t>
            </a:r>
            <a:endParaRPr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23"/>
          <p:cNvSpPr txBox="1">
            <a:spLocks noGrp="1"/>
          </p:cNvSpPr>
          <p:nvPr>
            <p:ph type="sldNum" idx="12"/>
          </p:nvPr>
        </p:nvSpPr>
        <p:spPr>
          <a:xfrm>
            <a:off x="13426034" y="9911198"/>
            <a:ext cx="4277320" cy="5693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3200">
                <a:solidFill>
                  <a:schemeClr val="lt1"/>
                </a:solidFill>
              </a:rPr>
              <a:t>22</a:t>
            </a:fld>
            <a:endParaRPr sz="3200">
              <a:solidFill>
                <a:schemeClr val="lt1"/>
              </a:solidFill>
            </a:endParaRPr>
          </a:p>
        </p:txBody>
      </p:sp>
      <p:grpSp>
        <p:nvGrpSpPr>
          <p:cNvPr id="275" name="Google Shape;275;p23"/>
          <p:cNvGrpSpPr/>
          <p:nvPr/>
        </p:nvGrpSpPr>
        <p:grpSpPr>
          <a:xfrm>
            <a:off x="-2" y="9568581"/>
            <a:ext cx="19010314" cy="1112119"/>
            <a:chOff x="-2" y="9568581"/>
            <a:chExt cx="19010314" cy="1112119"/>
          </a:xfrm>
        </p:grpSpPr>
        <p:grpSp>
          <p:nvGrpSpPr>
            <p:cNvPr id="276" name="Google Shape;276;p23"/>
            <p:cNvGrpSpPr/>
            <p:nvPr/>
          </p:nvGrpSpPr>
          <p:grpSpPr>
            <a:xfrm>
              <a:off x="-2" y="9568581"/>
              <a:ext cx="19010314" cy="1112119"/>
              <a:chOff x="-324645" y="2222500"/>
              <a:chExt cx="22261686" cy="1302327"/>
            </a:xfrm>
          </p:grpSpPr>
          <p:sp>
            <p:nvSpPr>
              <p:cNvPr id="277" name="Google Shape;277;p23"/>
              <p:cNvSpPr/>
              <p:nvPr/>
            </p:nvSpPr>
            <p:spPr>
              <a:xfrm>
                <a:off x="-324645" y="2222500"/>
                <a:ext cx="17644827" cy="1302327"/>
              </a:xfrm>
              <a:custGeom>
                <a:avLst/>
                <a:gdLst/>
                <a:ahLst/>
                <a:cxnLst/>
                <a:rect l="l" t="t" r="r" b="b"/>
                <a:pathLst>
                  <a:path w="1892300" h="440055" extrusionOk="0">
                    <a:moveTo>
                      <a:pt x="0" y="439737"/>
                    </a:moveTo>
                    <a:lnTo>
                      <a:pt x="1892300" y="439737"/>
                    </a:lnTo>
                    <a:lnTo>
                      <a:pt x="1892300" y="0"/>
                    </a:lnTo>
                    <a:lnTo>
                      <a:pt x="0" y="0"/>
                    </a:lnTo>
                    <a:lnTo>
                      <a:pt x="0" y="439737"/>
                    </a:lnTo>
                    <a:close/>
                  </a:path>
                </a:pathLst>
              </a:custGeom>
              <a:solidFill>
                <a:srgbClr val="FFF2C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78" name="Google Shape;278;p23"/>
              <p:cNvSpPr/>
              <p:nvPr/>
            </p:nvSpPr>
            <p:spPr>
              <a:xfrm>
                <a:off x="20621789" y="2222500"/>
                <a:ext cx="1315252" cy="1302327"/>
              </a:xfrm>
              <a:custGeom>
                <a:avLst/>
                <a:gdLst/>
                <a:ahLst/>
                <a:cxnLst/>
                <a:rect l="l" t="t" r="r" b="b"/>
                <a:pathLst>
                  <a:path w="1883409" h="440055" extrusionOk="0">
                    <a:moveTo>
                      <a:pt x="0" y="0"/>
                    </a:moveTo>
                    <a:lnTo>
                      <a:pt x="0" y="439737"/>
                    </a:lnTo>
                    <a:lnTo>
                      <a:pt x="1883155" y="439737"/>
                    </a:lnTo>
                    <a:lnTo>
                      <a:pt x="1883155" y="0"/>
                    </a:lnTo>
                    <a:lnTo>
                      <a:pt x="0" y="0"/>
                    </a:lnTo>
                    <a:close/>
                  </a:path>
                </a:pathLst>
              </a:custGeom>
              <a:solidFill>
                <a:srgbClr val="FF8200"/>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279" name="Google Shape;279;p23"/>
            <p:cNvSpPr/>
            <p:nvPr/>
          </p:nvSpPr>
          <p:spPr>
            <a:xfrm>
              <a:off x="15067756" y="9568581"/>
              <a:ext cx="2819400" cy="1112119"/>
            </a:xfrm>
            <a:custGeom>
              <a:avLst/>
              <a:gdLst/>
              <a:ahLst/>
              <a:cxnLst/>
              <a:rect l="l" t="t" r="r" b="b"/>
              <a:pathLst>
                <a:path w="1883409" h="440055" extrusionOk="0">
                  <a:moveTo>
                    <a:pt x="0" y="0"/>
                  </a:moveTo>
                  <a:lnTo>
                    <a:pt x="0" y="439737"/>
                  </a:lnTo>
                  <a:lnTo>
                    <a:pt x="1883155" y="439737"/>
                  </a:lnTo>
                  <a:lnTo>
                    <a:pt x="1883155" y="0"/>
                  </a:lnTo>
                  <a:lnTo>
                    <a:pt x="0" y="0"/>
                  </a:lnTo>
                  <a:close/>
                </a:path>
              </a:pathLst>
            </a:custGeom>
            <a:solidFill>
              <a:srgbClr val="FEE599"/>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280" name="Google Shape;280;p23"/>
          <p:cNvSpPr txBox="1"/>
          <p:nvPr/>
        </p:nvSpPr>
        <p:spPr>
          <a:xfrm>
            <a:off x="665956" y="9771598"/>
            <a:ext cx="11277600"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dirty="0">
                <a:solidFill>
                  <a:schemeClr val="dk1"/>
                </a:solidFill>
                <a:latin typeface="Times New Roman"/>
                <a:ea typeface="Times New Roman"/>
                <a:cs typeface="Times New Roman"/>
                <a:sym typeface="Times New Roman"/>
              </a:rPr>
              <a:t>HR Data analysis </a:t>
            </a:r>
          </a:p>
        </p:txBody>
      </p:sp>
      <p:sp>
        <p:nvSpPr>
          <p:cNvPr id="282" name="Google Shape;282;p23"/>
          <p:cNvSpPr txBox="1"/>
          <p:nvPr/>
        </p:nvSpPr>
        <p:spPr>
          <a:xfrm>
            <a:off x="17729344" y="9911199"/>
            <a:ext cx="961453" cy="388501"/>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3200">
                <a:solidFill>
                  <a:schemeClr val="lt1"/>
                </a:solidFill>
                <a:latin typeface="Calibri"/>
                <a:ea typeface="Calibri"/>
                <a:cs typeface="Calibri"/>
                <a:sym typeface="Calibri"/>
              </a:rPr>
              <a:t>22</a:t>
            </a:fld>
            <a:endParaRPr sz="1870">
              <a:solidFill>
                <a:schemeClr val="lt1"/>
              </a:solidFill>
              <a:latin typeface="Calibri"/>
              <a:ea typeface="Calibri"/>
              <a:cs typeface="Calibri"/>
              <a:sym typeface="Calibri"/>
            </a:endParaRPr>
          </a:p>
        </p:txBody>
      </p:sp>
      <p:grpSp>
        <p:nvGrpSpPr>
          <p:cNvPr id="283" name="Google Shape;283;p23"/>
          <p:cNvGrpSpPr/>
          <p:nvPr/>
        </p:nvGrpSpPr>
        <p:grpSpPr>
          <a:xfrm>
            <a:off x="-26281" y="774700"/>
            <a:ext cx="15071695" cy="827992"/>
            <a:chOff x="-16184" y="8640158"/>
            <a:chExt cx="4045716" cy="439420"/>
          </a:xfrm>
        </p:grpSpPr>
        <p:sp>
          <p:nvSpPr>
            <p:cNvPr id="284" name="Google Shape;284;p23"/>
            <p:cNvSpPr/>
            <p:nvPr/>
          </p:nvSpPr>
          <p:spPr>
            <a:xfrm>
              <a:off x="-16184" y="8640158"/>
              <a:ext cx="3923363" cy="439420"/>
            </a:xfrm>
            <a:custGeom>
              <a:avLst/>
              <a:gdLst/>
              <a:ahLst/>
              <a:cxnLst/>
              <a:rect l="l" t="t" r="r" b="b"/>
              <a:pathLst>
                <a:path w="3844925" h="439420" extrusionOk="0">
                  <a:moveTo>
                    <a:pt x="0" y="439204"/>
                  </a:moveTo>
                  <a:lnTo>
                    <a:pt x="3844798" y="439204"/>
                  </a:lnTo>
                  <a:lnTo>
                    <a:pt x="3844798" y="0"/>
                  </a:lnTo>
                  <a:lnTo>
                    <a:pt x="0" y="0"/>
                  </a:lnTo>
                  <a:lnTo>
                    <a:pt x="0" y="439204"/>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457200" marR="0" lvl="1" indent="0" algn="ctr" rtl="0">
                <a:spcBef>
                  <a:spcPts val="0"/>
                </a:spcBef>
                <a:spcAft>
                  <a:spcPts val="0"/>
                </a:spcAft>
                <a:buNone/>
              </a:pPr>
              <a:r>
                <a:rPr lang="en-US" sz="5400" b="0" i="0" u="none" strike="noStrike" cap="none" dirty="0">
                  <a:solidFill>
                    <a:schemeClr val="lt1"/>
                  </a:solidFill>
                  <a:latin typeface="Calibri"/>
                  <a:ea typeface="Calibri"/>
                  <a:cs typeface="Calibri"/>
                  <a:sym typeface="Calibri"/>
                </a:rPr>
                <a:t>Model preparation / Model Evaluation</a:t>
              </a:r>
            </a:p>
          </p:txBody>
        </p:sp>
        <p:sp>
          <p:nvSpPr>
            <p:cNvPr id="285" name="Google Shape;285;p23"/>
            <p:cNvSpPr/>
            <p:nvPr/>
          </p:nvSpPr>
          <p:spPr>
            <a:xfrm>
              <a:off x="3800173" y="8640158"/>
              <a:ext cx="229359" cy="439420"/>
            </a:xfrm>
            <a:custGeom>
              <a:avLst/>
              <a:gdLst/>
              <a:ahLst/>
              <a:cxnLst/>
              <a:rect l="l" t="t" r="r" b="b"/>
              <a:pathLst>
                <a:path w="439420" h="439420" extrusionOk="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pic>
        <p:nvPicPr>
          <p:cNvPr id="3" name="Picture 2">
            <a:extLst>
              <a:ext uri="{FF2B5EF4-FFF2-40B4-BE49-F238E27FC236}">
                <a16:creationId xmlns:a16="http://schemas.microsoft.com/office/drawing/2014/main" id="{7E068B19-55B4-79AD-4F3C-885F97B3411C}"/>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Layer>
                </a14:imgProps>
              </a:ext>
            </a:extLst>
          </a:blip>
          <a:stretch>
            <a:fillRect/>
          </a:stretch>
        </p:blipFill>
        <p:spPr>
          <a:xfrm>
            <a:off x="406204" y="1805709"/>
            <a:ext cx="6782747" cy="3348172"/>
          </a:xfrm>
          <a:prstGeom prst="rect">
            <a:avLst/>
          </a:prstGeom>
        </p:spPr>
      </p:pic>
      <p:pic>
        <p:nvPicPr>
          <p:cNvPr id="7" name="Picture 6">
            <a:extLst>
              <a:ext uri="{FF2B5EF4-FFF2-40B4-BE49-F238E27FC236}">
                <a16:creationId xmlns:a16="http://schemas.microsoft.com/office/drawing/2014/main" id="{6E8F0D38-2942-F8D6-C96D-5519CC139110}"/>
              </a:ext>
            </a:extLst>
          </p:cNvPr>
          <p:cNvPicPr>
            <a:picLocks noChangeAspect="1"/>
          </p:cNvPicPr>
          <p:nvPr/>
        </p:nvPicPr>
        <p:blipFill rotWithShape="1">
          <a:blip r:embed="rId5">
            <a:extLst>
              <a:ext uri="{BEBA8EAE-BF5A-486C-A8C5-ECC9F3942E4B}">
                <a14:imgProps xmlns:a14="http://schemas.microsoft.com/office/drawing/2010/main">
                  <a14:imgLayer r:embed="rId6">
                    <a14:imgEffect>
                      <a14:sharpenSoften amount="25000"/>
                    </a14:imgEffect>
                  </a14:imgLayer>
                </a14:imgProps>
              </a:ext>
            </a:extLst>
          </a:blip>
          <a:srcRect r="20563"/>
          <a:stretch/>
        </p:blipFill>
        <p:spPr>
          <a:xfrm>
            <a:off x="406203" y="5356898"/>
            <a:ext cx="6782747" cy="3618995"/>
          </a:xfrm>
          <a:prstGeom prst="rect">
            <a:avLst/>
          </a:prstGeom>
        </p:spPr>
      </p:pic>
      <p:pic>
        <p:nvPicPr>
          <p:cNvPr id="11" name="Picture 10">
            <a:extLst>
              <a:ext uri="{FF2B5EF4-FFF2-40B4-BE49-F238E27FC236}">
                <a16:creationId xmlns:a16="http://schemas.microsoft.com/office/drawing/2014/main" id="{3B6CD146-D426-62A2-F711-5F7AC943D787}"/>
              </a:ext>
            </a:extLst>
          </p:cNvPr>
          <p:cNvPicPr>
            <a:picLocks noChangeAspect="1"/>
          </p:cNvPicPr>
          <p:nvPr/>
        </p:nvPicPr>
        <p:blipFill rotWithShape="1">
          <a:blip r:embed="rId7"/>
          <a:srcRect r="24136"/>
          <a:stretch/>
        </p:blipFill>
        <p:spPr>
          <a:xfrm>
            <a:off x="7533877" y="1805709"/>
            <a:ext cx="10550923" cy="3540991"/>
          </a:xfrm>
          <a:prstGeom prst="rect">
            <a:avLst/>
          </a:prstGeom>
        </p:spPr>
      </p:pic>
      <p:pic>
        <p:nvPicPr>
          <p:cNvPr id="18" name="Picture 17">
            <a:extLst>
              <a:ext uri="{FF2B5EF4-FFF2-40B4-BE49-F238E27FC236}">
                <a16:creationId xmlns:a16="http://schemas.microsoft.com/office/drawing/2014/main" id="{DD9F8B41-9229-D63C-EAE2-31CBBCA632AA}"/>
              </a:ext>
            </a:extLst>
          </p:cNvPr>
          <p:cNvPicPr>
            <a:picLocks noChangeAspect="1"/>
          </p:cNvPicPr>
          <p:nvPr/>
        </p:nvPicPr>
        <p:blipFill>
          <a:blip r:embed="rId8"/>
          <a:stretch>
            <a:fillRect/>
          </a:stretch>
        </p:blipFill>
        <p:spPr>
          <a:xfrm>
            <a:off x="7533877" y="5763467"/>
            <a:ext cx="10550923" cy="2785616"/>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2C08E55-13D8-8124-F619-99C55F58A67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23</a:t>
            </a:fld>
            <a:endParaRPr lang="en-US"/>
          </a:p>
        </p:txBody>
      </p:sp>
      <p:pic>
        <p:nvPicPr>
          <p:cNvPr id="17" name="Picture 16">
            <a:extLst>
              <a:ext uri="{FF2B5EF4-FFF2-40B4-BE49-F238E27FC236}">
                <a16:creationId xmlns:a16="http://schemas.microsoft.com/office/drawing/2014/main" id="{205742A3-E0D6-6B98-400D-9FDAAB7777CC}"/>
              </a:ext>
            </a:extLst>
          </p:cNvPr>
          <p:cNvPicPr>
            <a:picLocks noChangeAspect="1"/>
          </p:cNvPicPr>
          <p:nvPr/>
        </p:nvPicPr>
        <p:blipFill rotWithShape="1">
          <a:blip r:embed="rId2"/>
          <a:srcRect r="41372"/>
          <a:stretch/>
        </p:blipFill>
        <p:spPr>
          <a:xfrm>
            <a:off x="170770" y="6720432"/>
            <a:ext cx="6665460" cy="3614837"/>
          </a:xfrm>
          <a:prstGeom prst="rect">
            <a:avLst/>
          </a:prstGeom>
        </p:spPr>
      </p:pic>
      <p:pic>
        <p:nvPicPr>
          <p:cNvPr id="15" name="Picture 14">
            <a:extLst>
              <a:ext uri="{FF2B5EF4-FFF2-40B4-BE49-F238E27FC236}">
                <a16:creationId xmlns:a16="http://schemas.microsoft.com/office/drawing/2014/main" id="{EADDE13A-0C39-2481-BCA8-B3B37437A319}"/>
              </a:ext>
            </a:extLst>
          </p:cNvPr>
          <p:cNvPicPr>
            <a:picLocks noChangeAspect="1"/>
          </p:cNvPicPr>
          <p:nvPr/>
        </p:nvPicPr>
        <p:blipFill rotWithShape="1">
          <a:blip r:embed="rId3"/>
          <a:srcRect r="43980"/>
          <a:stretch/>
        </p:blipFill>
        <p:spPr>
          <a:xfrm>
            <a:off x="170770" y="1915886"/>
            <a:ext cx="6665460" cy="4339772"/>
          </a:xfrm>
          <a:prstGeom prst="rect">
            <a:avLst/>
          </a:prstGeom>
        </p:spPr>
      </p:pic>
      <p:pic>
        <p:nvPicPr>
          <p:cNvPr id="4" name="Picture 3">
            <a:extLst>
              <a:ext uri="{FF2B5EF4-FFF2-40B4-BE49-F238E27FC236}">
                <a16:creationId xmlns:a16="http://schemas.microsoft.com/office/drawing/2014/main" id="{2DA2B6E4-765D-051F-F2A6-FE0D38A469B9}"/>
              </a:ext>
            </a:extLst>
          </p:cNvPr>
          <p:cNvPicPr>
            <a:picLocks noChangeAspect="1"/>
          </p:cNvPicPr>
          <p:nvPr/>
        </p:nvPicPr>
        <p:blipFill>
          <a:blip r:embed="rId4"/>
          <a:stretch>
            <a:fillRect/>
          </a:stretch>
        </p:blipFill>
        <p:spPr>
          <a:xfrm>
            <a:off x="7836011" y="1915884"/>
            <a:ext cx="9621593" cy="4339773"/>
          </a:xfrm>
          <a:prstGeom prst="rect">
            <a:avLst/>
          </a:prstGeom>
        </p:spPr>
      </p:pic>
      <p:pic>
        <p:nvPicPr>
          <p:cNvPr id="11" name="Picture 10">
            <a:extLst>
              <a:ext uri="{FF2B5EF4-FFF2-40B4-BE49-F238E27FC236}">
                <a16:creationId xmlns:a16="http://schemas.microsoft.com/office/drawing/2014/main" id="{83FAB333-5DD9-FAA1-6C02-55580AD11E78}"/>
              </a:ext>
            </a:extLst>
          </p:cNvPr>
          <p:cNvPicPr>
            <a:picLocks noChangeAspect="1"/>
          </p:cNvPicPr>
          <p:nvPr/>
        </p:nvPicPr>
        <p:blipFill>
          <a:blip r:embed="rId5"/>
          <a:stretch>
            <a:fillRect/>
          </a:stretch>
        </p:blipFill>
        <p:spPr>
          <a:xfrm>
            <a:off x="7836012" y="6639079"/>
            <a:ext cx="9621593" cy="3696190"/>
          </a:xfrm>
          <a:prstGeom prst="rect">
            <a:avLst/>
          </a:prstGeom>
        </p:spPr>
      </p:pic>
      <p:grpSp>
        <p:nvGrpSpPr>
          <p:cNvPr id="14" name="Google Shape;301;p24">
            <a:extLst>
              <a:ext uri="{FF2B5EF4-FFF2-40B4-BE49-F238E27FC236}">
                <a16:creationId xmlns:a16="http://schemas.microsoft.com/office/drawing/2014/main" id="{90821B2D-BF1E-4E5F-D7BF-E9C35C2D484A}"/>
              </a:ext>
            </a:extLst>
          </p:cNvPr>
          <p:cNvGrpSpPr/>
          <p:nvPr/>
        </p:nvGrpSpPr>
        <p:grpSpPr>
          <a:xfrm>
            <a:off x="-26281" y="774700"/>
            <a:ext cx="15071695" cy="827992"/>
            <a:chOff x="-16184" y="8640158"/>
            <a:chExt cx="4045716" cy="439420"/>
          </a:xfrm>
        </p:grpSpPr>
        <p:sp>
          <p:nvSpPr>
            <p:cNvPr id="16" name="Google Shape;302;p24">
              <a:extLst>
                <a:ext uri="{FF2B5EF4-FFF2-40B4-BE49-F238E27FC236}">
                  <a16:creationId xmlns:a16="http://schemas.microsoft.com/office/drawing/2014/main" id="{08DD98E9-DD9E-2CA9-3D8C-A16ECB83C54A}"/>
                </a:ext>
              </a:extLst>
            </p:cNvPr>
            <p:cNvSpPr/>
            <p:nvPr/>
          </p:nvSpPr>
          <p:spPr>
            <a:xfrm>
              <a:off x="-16184" y="8640158"/>
              <a:ext cx="3923363" cy="439420"/>
            </a:xfrm>
            <a:custGeom>
              <a:avLst/>
              <a:gdLst/>
              <a:ahLst/>
              <a:cxnLst/>
              <a:rect l="l" t="t" r="r" b="b"/>
              <a:pathLst>
                <a:path w="3844925" h="439420" extrusionOk="0">
                  <a:moveTo>
                    <a:pt x="0" y="439204"/>
                  </a:moveTo>
                  <a:lnTo>
                    <a:pt x="3844798" y="439204"/>
                  </a:lnTo>
                  <a:lnTo>
                    <a:pt x="3844798" y="0"/>
                  </a:lnTo>
                  <a:lnTo>
                    <a:pt x="0" y="0"/>
                  </a:lnTo>
                  <a:lnTo>
                    <a:pt x="0" y="439204"/>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457200" marR="0" lvl="1" indent="0" algn="ctr" rtl="0">
                <a:spcBef>
                  <a:spcPts val="0"/>
                </a:spcBef>
                <a:spcAft>
                  <a:spcPts val="0"/>
                </a:spcAft>
                <a:buNone/>
              </a:pPr>
              <a:r>
                <a:rPr lang="en-US" sz="5400" dirty="0">
                  <a:solidFill>
                    <a:schemeClr val="lt1"/>
                  </a:solidFill>
                  <a:latin typeface="Calibri"/>
                  <a:ea typeface="Calibri"/>
                  <a:cs typeface="Calibri"/>
                  <a:sym typeface="Calibri"/>
                </a:rPr>
                <a:t>XGBoost classifier model</a:t>
              </a:r>
            </a:p>
            <a:p>
              <a:pPr marL="457200" marR="0" lvl="1" indent="0" algn="ctr" rtl="0">
                <a:spcBef>
                  <a:spcPts val="0"/>
                </a:spcBef>
                <a:spcAft>
                  <a:spcPts val="0"/>
                </a:spcAft>
                <a:buNone/>
              </a:pPr>
              <a:endParaRPr lang="en-US" sz="5400" b="0" i="0" u="none" strike="noStrike" cap="none" dirty="0">
                <a:solidFill>
                  <a:schemeClr val="lt1"/>
                </a:solidFill>
                <a:latin typeface="Calibri"/>
                <a:ea typeface="Calibri"/>
                <a:cs typeface="Calibri"/>
                <a:sym typeface="Calibri"/>
              </a:endParaRPr>
            </a:p>
            <a:p>
              <a:pPr marL="457200" marR="0" lvl="1" indent="0" algn="ctr" rtl="0">
                <a:spcBef>
                  <a:spcPts val="0"/>
                </a:spcBef>
                <a:spcAft>
                  <a:spcPts val="0"/>
                </a:spcAft>
                <a:buNone/>
              </a:pPr>
              <a:endParaRPr sz="5400" b="0" i="0" u="none" strike="noStrike" cap="none" dirty="0">
                <a:solidFill>
                  <a:schemeClr val="lt1"/>
                </a:solidFill>
                <a:latin typeface="Calibri"/>
                <a:ea typeface="Calibri"/>
                <a:cs typeface="Calibri"/>
                <a:sym typeface="Calibri"/>
              </a:endParaRPr>
            </a:p>
            <a:p>
              <a:pPr marL="457200" marR="0" lvl="1" indent="0" algn="ctr" rtl="0">
                <a:spcBef>
                  <a:spcPts val="0"/>
                </a:spcBef>
                <a:spcAft>
                  <a:spcPts val="0"/>
                </a:spcAft>
                <a:buNone/>
              </a:pPr>
              <a:endParaRPr sz="5400" b="0" i="0" u="none" strike="noStrike" cap="none" dirty="0">
                <a:solidFill>
                  <a:schemeClr val="lt1"/>
                </a:solidFill>
                <a:latin typeface="Calibri"/>
                <a:ea typeface="Calibri"/>
                <a:cs typeface="Calibri"/>
                <a:sym typeface="Calibri"/>
              </a:endParaRPr>
            </a:p>
            <a:p>
              <a:pPr marL="457200" marR="0" lvl="1" indent="0" algn="ctr" rtl="0">
                <a:spcBef>
                  <a:spcPts val="0"/>
                </a:spcBef>
                <a:spcAft>
                  <a:spcPts val="0"/>
                </a:spcAft>
                <a:buNone/>
              </a:pPr>
              <a:endParaRPr sz="5400" b="0" i="0" u="none" strike="noStrike" cap="none" dirty="0">
                <a:solidFill>
                  <a:schemeClr val="lt1"/>
                </a:solidFill>
                <a:latin typeface="Calibri"/>
                <a:ea typeface="Calibri"/>
                <a:cs typeface="Calibri"/>
                <a:sym typeface="Calibri"/>
              </a:endParaRPr>
            </a:p>
            <a:p>
              <a:pPr marL="457200" marR="0" lvl="1" indent="0" algn="ctr" rtl="0">
                <a:spcBef>
                  <a:spcPts val="0"/>
                </a:spcBef>
                <a:spcAft>
                  <a:spcPts val="0"/>
                </a:spcAft>
                <a:buNone/>
              </a:pPr>
              <a:endParaRPr sz="5400" b="0" i="0" u="none" strike="noStrike" cap="none" dirty="0">
                <a:solidFill>
                  <a:schemeClr val="lt1"/>
                </a:solidFill>
                <a:latin typeface="Calibri"/>
                <a:ea typeface="Calibri"/>
                <a:cs typeface="Calibri"/>
                <a:sym typeface="Calibri"/>
              </a:endParaRPr>
            </a:p>
            <a:p>
              <a:pPr marL="457200" marR="0" lvl="1" indent="0" algn="ctr" rtl="0">
                <a:spcBef>
                  <a:spcPts val="0"/>
                </a:spcBef>
                <a:spcAft>
                  <a:spcPts val="0"/>
                </a:spcAft>
                <a:buNone/>
              </a:pPr>
              <a:endParaRPr sz="5400" b="0" i="0" u="none" strike="noStrike" cap="none" dirty="0">
                <a:solidFill>
                  <a:schemeClr val="lt1"/>
                </a:solidFill>
                <a:latin typeface="Calibri"/>
                <a:ea typeface="Calibri"/>
                <a:cs typeface="Calibri"/>
                <a:sym typeface="Calibri"/>
              </a:endParaRPr>
            </a:p>
            <a:p>
              <a:pPr marL="457200" marR="0" lvl="1" indent="0" algn="ctr" rtl="0">
                <a:spcBef>
                  <a:spcPts val="0"/>
                </a:spcBef>
                <a:spcAft>
                  <a:spcPts val="0"/>
                </a:spcAft>
                <a:buNone/>
              </a:pPr>
              <a:endParaRPr sz="2000" b="0" i="0" u="none" strike="noStrike" cap="none" dirty="0">
                <a:solidFill>
                  <a:schemeClr val="lt1"/>
                </a:solidFill>
                <a:latin typeface="Calibri"/>
                <a:ea typeface="Calibri"/>
                <a:cs typeface="Calibri"/>
                <a:sym typeface="Calibri"/>
              </a:endParaRPr>
            </a:p>
          </p:txBody>
        </p:sp>
        <p:sp>
          <p:nvSpPr>
            <p:cNvPr id="18" name="Google Shape;303;p24">
              <a:extLst>
                <a:ext uri="{FF2B5EF4-FFF2-40B4-BE49-F238E27FC236}">
                  <a16:creationId xmlns:a16="http://schemas.microsoft.com/office/drawing/2014/main" id="{FC36090E-2E03-7354-C99D-9B4DF7AAB0C0}"/>
                </a:ext>
              </a:extLst>
            </p:cNvPr>
            <p:cNvSpPr/>
            <p:nvPr/>
          </p:nvSpPr>
          <p:spPr>
            <a:xfrm>
              <a:off x="3800173" y="8640158"/>
              <a:ext cx="229359" cy="439420"/>
            </a:xfrm>
            <a:custGeom>
              <a:avLst/>
              <a:gdLst/>
              <a:ahLst/>
              <a:cxnLst/>
              <a:rect l="l" t="t" r="r" b="b"/>
              <a:pathLst>
                <a:path w="439420" h="439420" extrusionOk="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Tree>
    <p:extLst>
      <p:ext uri="{BB962C8B-B14F-4D97-AF65-F5344CB8AC3E}">
        <p14:creationId xmlns:p14="http://schemas.microsoft.com/office/powerpoint/2010/main" val="32459444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87008FC-CE5C-D6CF-18AE-6EAFB971047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24</a:t>
            </a:fld>
            <a:endParaRPr lang="en-US"/>
          </a:p>
        </p:txBody>
      </p:sp>
      <p:pic>
        <p:nvPicPr>
          <p:cNvPr id="6" name="Picture 5">
            <a:extLst>
              <a:ext uri="{FF2B5EF4-FFF2-40B4-BE49-F238E27FC236}">
                <a16:creationId xmlns:a16="http://schemas.microsoft.com/office/drawing/2014/main" id="{A2B81CDA-E05A-6422-986D-582A121A4D77}"/>
              </a:ext>
            </a:extLst>
          </p:cNvPr>
          <p:cNvPicPr>
            <a:picLocks noChangeAspect="1"/>
          </p:cNvPicPr>
          <p:nvPr/>
        </p:nvPicPr>
        <p:blipFill rotWithShape="1">
          <a:blip r:embed="rId2">
            <a:extLst>
              <a:ext uri="{BEBA8EAE-BF5A-486C-A8C5-ECC9F3942E4B}">
                <a14:imgProps xmlns:a14="http://schemas.microsoft.com/office/drawing/2010/main">
                  <a14:imgLayer r:embed="rId3">
                    <a14:imgEffect>
                      <a14:sharpenSoften amount="25000"/>
                    </a14:imgEffect>
                  </a14:imgLayer>
                </a14:imgProps>
              </a:ext>
            </a:extLst>
          </a:blip>
          <a:srcRect l="-1" r="33881"/>
          <a:stretch/>
        </p:blipFill>
        <p:spPr>
          <a:xfrm>
            <a:off x="358957" y="1974367"/>
            <a:ext cx="7769043" cy="4324833"/>
          </a:xfrm>
          <a:prstGeom prst="rect">
            <a:avLst/>
          </a:prstGeom>
        </p:spPr>
      </p:pic>
      <p:pic>
        <p:nvPicPr>
          <p:cNvPr id="8" name="Picture 7">
            <a:extLst>
              <a:ext uri="{FF2B5EF4-FFF2-40B4-BE49-F238E27FC236}">
                <a16:creationId xmlns:a16="http://schemas.microsoft.com/office/drawing/2014/main" id="{F42F487B-0E72-08C2-4EB5-A5F4399A43DF}"/>
              </a:ext>
            </a:extLst>
          </p:cNvPr>
          <p:cNvPicPr>
            <a:picLocks noChangeAspect="1"/>
          </p:cNvPicPr>
          <p:nvPr/>
        </p:nvPicPr>
        <p:blipFill rotWithShape="1">
          <a:blip r:embed="rId4">
            <a:extLst>
              <a:ext uri="{BEBA8EAE-BF5A-486C-A8C5-ECC9F3942E4B}">
                <a14:imgProps xmlns:a14="http://schemas.microsoft.com/office/drawing/2010/main">
                  <a14:imgLayer r:embed="rId5">
                    <a14:imgEffect>
                      <a14:sharpenSoften amount="25000"/>
                    </a14:imgEffect>
                  </a14:imgLayer>
                </a14:imgProps>
              </a:ext>
            </a:extLst>
          </a:blip>
          <a:srcRect r="21728"/>
          <a:stretch/>
        </p:blipFill>
        <p:spPr>
          <a:xfrm>
            <a:off x="358957" y="6670875"/>
            <a:ext cx="7769043" cy="3458058"/>
          </a:xfrm>
          <a:prstGeom prst="rect">
            <a:avLst/>
          </a:prstGeom>
        </p:spPr>
      </p:pic>
      <p:grpSp>
        <p:nvGrpSpPr>
          <p:cNvPr id="3" name="Google Shape;301;p24">
            <a:extLst>
              <a:ext uri="{FF2B5EF4-FFF2-40B4-BE49-F238E27FC236}">
                <a16:creationId xmlns:a16="http://schemas.microsoft.com/office/drawing/2014/main" id="{17FF510A-6EE1-48BA-7D1A-7FEB7F9C0E65}"/>
              </a:ext>
            </a:extLst>
          </p:cNvPr>
          <p:cNvGrpSpPr/>
          <p:nvPr/>
        </p:nvGrpSpPr>
        <p:grpSpPr>
          <a:xfrm>
            <a:off x="-26281" y="774700"/>
            <a:ext cx="15071695" cy="827992"/>
            <a:chOff x="-16184" y="8640158"/>
            <a:chExt cx="4045716" cy="439420"/>
          </a:xfrm>
        </p:grpSpPr>
        <p:sp>
          <p:nvSpPr>
            <p:cNvPr id="4" name="Google Shape;302;p24">
              <a:extLst>
                <a:ext uri="{FF2B5EF4-FFF2-40B4-BE49-F238E27FC236}">
                  <a16:creationId xmlns:a16="http://schemas.microsoft.com/office/drawing/2014/main" id="{B1464B0B-0A7E-DC40-DE2D-50898263F609}"/>
                </a:ext>
              </a:extLst>
            </p:cNvPr>
            <p:cNvSpPr/>
            <p:nvPr/>
          </p:nvSpPr>
          <p:spPr>
            <a:xfrm>
              <a:off x="-16184" y="8640158"/>
              <a:ext cx="3923363" cy="439420"/>
            </a:xfrm>
            <a:custGeom>
              <a:avLst/>
              <a:gdLst/>
              <a:ahLst/>
              <a:cxnLst/>
              <a:rect l="l" t="t" r="r" b="b"/>
              <a:pathLst>
                <a:path w="3844925" h="439420" extrusionOk="0">
                  <a:moveTo>
                    <a:pt x="0" y="439204"/>
                  </a:moveTo>
                  <a:lnTo>
                    <a:pt x="3844798" y="439204"/>
                  </a:lnTo>
                  <a:lnTo>
                    <a:pt x="3844798" y="0"/>
                  </a:lnTo>
                  <a:lnTo>
                    <a:pt x="0" y="0"/>
                  </a:lnTo>
                  <a:lnTo>
                    <a:pt x="0" y="439204"/>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457200" marR="0" lvl="1" indent="0" algn="ctr" rtl="0">
                <a:spcBef>
                  <a:spcPts val="0"/>
                </a:spcBef>
                <a:spcAft>
                  <a:spcPts val="0"/>
                </a:spcAft>
                <a:buNone/>
              </a:pPr>
              <a:r>
                <a:rPr lang="en-US" sz="5400" dirty="0">
                  <a:solidFill>
                    <a:schemeClr val="lt1"/>
                  </a:solidFill>
                  <a:latin typeface="Calibri"/>
                  <a:ea typeface="Calibri"/>
                  <a:cs typeface="Calibri"/>
                  <a:sym typeface="Calibri"/>
                </a:rPr>
                <a:t>Random Forest Model</a:t>
              </a:r>
            </a:p>
            <a:p>
              <a:pPr marL="457200" marR="0" lvl="1" indent="0" algn="ctr" rtl="0">
                <a:spcBef>
                  <a:spcPts val="0"/>
                </a:spcBef>
                <a:spcAft>
                  <a:spcPts val="0"/>
                </a:spcAft>
                <a:buNone/>
              </a:pPr>
              <a:endParaRPr lang="en-US" sz="5400" b="0" i="0" u="none" strike="noStrike" cap="none" dirty="0">
                <a:solidFill>
                  <a:schemeClr val="lt1"/>
                </a:solidFill>
                <a:latin typeface="Calibri"/>
                <a:ea typeface="Calibri"/>
                <a:cs typeface="Calibri"/>
                <a:sym typeface="Calibri"/>
              </a:endParaRPr>
            </a:p>
            <a:p>
              <a:pPr marL="457200" marR="0" lvl="1" indent="0" algn="ctr" rtl="0">
                <a:spcBef>
                  <a:spcPts val="0"/>
                </a:spcBef>
                <a:spcAft>
                  <a:spcPts val="0"/>
                </a:spcAft>
                <a:buNone/>
              </a:pPr>
              <a:endParaRPr sz="5400" b="0" i="0" u="none" strike="noStrike" cap="none" dirty="0">
                <a:solidFill>
                  <a:schemeClr val="lt1"/>
                </a:solidFill>
                <a:latin typeface="Calibri"/>
                <a:ea typeface="Calibri"/>
                <a:cs typeface="Calibri"/>
                <a:sym typeface="Calibri"/>
              </a:endParaRPr>
            </a:p>
            <a:p>
              <a:pPr marL="457200" marR="0" lvl="1" indent="0" algn="ctr" rtl="0">
                <a:spcBef>
                  <a:spcPts val="0"/>
                </a:spcBef>
                <a:spcAft>
                  <a:spcPts val="0"/>
                </a:spcAft>
                <a:buNone/>
              </a:pPr>
              <a:endParaRPr sz="5400" b="0" i="0" u="none" strike="noStrike" cap="none" dirty="0">
                <a:solidFill>
                  <a:schemeClr val="lt1"/>
                </a:solidFill>
                <a:latin typeface="Calibri"/>
                <a:ea typeface="Calibri"/>
                <a:cs typeface="Calibri"/>
                <a:sym typeface="Calibri"/>
              </a:endParaRPr>
            </a:p>
            <a:p>
              <a:pPr marL="457200" marR="0" lvl="1" indent="0" algn="ctr" rtl="0">
                <a:spcBef>
                  <a:spcPts val="0"/>
                </a:spcBef>
                <a:spcAft>
                  <a:spcPts val="0"/>
                </a:spcAft>
                <a:buNone/>
              </a:pPr>
              <a:endParaRPr sz="5400" b="0" i="0" u="none" strike="noStrike" cap="none" dirty="0">
                <a:solidFill>
                  <a:schemeClr val="lt1"/>
                </a:solidFill>
                <a:latin typeface="Calibri"/>
                <a:ea typeface="Calibri"/>
                <a:cs typeface="Calibri"/>
                <a:sym typeface="Calibri"/>
              </a:endParaRPr>
            </a:p>
            <a:p>
              <a:pPr marL="457200" marR="0" lvl="1" indent="0" algn="ctr" rtl="0">
                <a:spcBef>
                  <a:spcPts val="0"/>
                </a:spcBef>
                <a:spcAft>
                  <a:spcPts val="0"/>
                </a:spcAft>
                <a:buNone/>
              </a:pPr>
              <a:endParaRPr sz="5400" b="0" i="0" u="none" strike="noStrike" cap="none" dirty="0">
                <a:solidFill>
                  <a:schemeClr val="lt1"/>
                </a:solidFill>
                <a:latin typeface="Calibri"/>
                <a:ea typeface="Calibri"/>
                <a:cs typeface="Calibri"/>
                <a:sym typeface="Calibri"/>
              </a:endParaRPr>
            </a:p>
            <a:p>
              <a:pPr marL="457200" marR="0" lvl="1" indent="0" algn="ctr" rtl="0">
                <a:spcBef>
                  <a:spcPts val="0"/>
                </a:spcBef>
                <a:spcAft>
                  <a:spcPts val="0"/>
                </a:spcAft>
                <a:buNone/>
              </a:pPr>
              <a:endParaRPr sz="5400" b="0" i="0" u="none" strike="noStrike" cap="none" dirty="0">
                <a:solidFill>
                  <a:schemeClr val="lt1"/>
                </a:solidFill>
                <a:latin typeface="Calibri"/>
                <a:ea typeface="Calibri"/>
                <a:cs typeface="Calibri"/>
                <a:sym typeface="Calibri"/>
              </a:endParaRPr>
            </a:p>
            <a:p>
              <a:pPr marL="457200" marR="0" lvl="1" indent="0" algn="ctr" rtl="0">
                <a:spcBef>
                  <a:spcPts val="0"/>
                </a:spcBef>
                <a:spcAft>
                  <a:spcPts val="0"/>
                </a:spcAft>
                <a:buNone/>
              </a:pPr>
              <a:endParaRPr sz="2000" b="0" i="0" u="none" strike="noStrike" cap="none" dirty="0">
                <a:solidFill>
                  <a:schemeClr val="lt1"/>
                </a:solidFill>
                <a:latin typeface="Calibri"/>
                <a:ea typeface="Calibri"/>
                <a:cs typeface="Calibri"/>
                <a:sym typeface="Calibri"/>
              </a:endParaRPr>
            </a:p>
          </p:txBody>
        </p:sp>
        <p:sp>
          <p:nvSpPr>
            <p:cNvPr id="5" name="Google Shape;303;p24">
              <a:extLst>
                <a:ext uri="{FF2B5EF4-FFF2-40B4-BE49-F238E27FC236}">
                  <a16:creationId xmlns:a16="http://schemas.microsoft.com/office/drawing/2014/main" id="{1C8881A0-C652-2069-09E8-57820EDA597B}"/>
                </a:ext>
              </a:extLst>
            </p:cNvPr>
            <p:cNvSpPr/>
            <p:nvPr/>
          </p:nvSpPr>
          <p:spPr>
            <a:xfrm>
              <a:off x="3800173" y="8640158"/>
              <a:ext cx="229359" cy="439420"/>
            </a:xfrm>
            <a:custGeom>
              <a:avLst/>
              <a:gdLst/>
              <a:ahLst/>
              <a:cxnLst/>
              <a:rect l="l" t="t" r="r" b="b"/>
              <a:pathLst>
                <a:path w="439420" h="439420" extrusionOk="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pic>
        <p:nvPicPr>
          <p:cNvPr id="9" name="Picture 8">
            <a:extLst>
              <a:ext uri="{FF2B5EF4-FFF2-40B4-BE49-F238E27FC236}">
                <a16:creationId xmlns:a16="http://schemas.microsoft.com/office/drawing/2014/main" id="{4F50AF5E-DB1E-D0F9-1C03-77203790C69E}"/>
              </a:ext>
            </a:extLst>
          </p:cNvPr>
          <p:cNvPicPr>
            <a:picLocks noChangeAspect="1"/>
          </p:cNvPicPr>
          <p:nvPr/>
        </p:nvPicPr>
        <p:blipFill rotWithShape="1">
          <a:blip r:embed="rId6"/>
          <a:srcRect l="2388"/>
          <a:stretch/>
        </p:blipFill>
        <p:spPr>
          <a:xfrm>
            <a:off x="8907871" y="1974368"/>
            <a:ext cx="9492343" cy="4324832"/>
          </a:xfrm>
          <a:prstGeom prst="rect">
            <a:avLst/>
          </a:prstGeom>
        </p:spPr>
      </p:pic>
      <p:pic>
        <p:nvPicPr>
          <p:cNvPr id="12" name="Picture 11">
            <a:extLst>
              <a:ext uri="{FF2B5EF4-FFF2-40B4-BE49-F238E27FC236}">
                <a16:creationId xmlns:a16="http://schemas.microsoft.com/office/drawing/2014/main" id="{E064CB15-6E60-EA37-4048-12060D422109}"/>
              </a:ext>
            </a:extLst>
          </p:cNvPr>
          <p:cNvPicPr>
            <a:picLocks noChangeAspect="1"/>
          </p:cNvPicPr>
          <p:nvPr/>
        </p:nvPicPr>
        <p:blipFill rotWithShape="1">
          <a:blip r:embed="rId7"/>
          <a:srcRect r="32960"/>
          <a:stretch/>
        </p:blipFill>
        <p:spPr>
          <a:xfrm>
            <a:off x="8907871" y="6670875"/>
            <a:ext cx="9492342" cy="3458058"/>
          </a:xfrm>
          <a:prstGeom prst="rect">
            <a:avLst/>
          </a:prstGeom>
        </p:spPr>
      </p:pic>
    </p:spTree>
    <p:extLst>
      <p:ext uri="{BB962C8B-B14F-4D97-AF65-F5344CB8AC3E}">
        <p14:creationId xmlns:p14="http://schemas.microsoft.com/office/powerpoint/2010/main" val="35884330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6CE6C9B-F781-28A8-6EF6-9EA8D466DE9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25</a:t>
            </a:fld>
            <a:endParaRPr lang="en-US"/>
          </a:p>
        </p:txBody>
      </p:sp>
      <p:pic>
        <p:nvPicPr>
          <p:cNvPr id="6" name="Picture 5">
            <a:extLst>
              <a:ext uri="{FF2B5EF4-FFF2-40B4-BE49-F238E27FC236}">
                <a16:creationId xmlns:a16="http://schemas.microsoft.com/office/drawing/2014/main" id="{20E21B6E-E488-383B-9341-EF3C2856AF53}"/>
              </a:ext>
            </a:extLst>
          </p:cNvPr>
          <p:cNvPicPr>
            <a:picLocks noChangeAspect="1"/>
          </p:cNvPicPr>
          <p:nvPr/>
        </p:nvPicPr>
        <p:blipFill rotWithShape="1">
          <a:blip r:embed="rId2"/>
          <a:srcRect r="44861"/>
          <a:stretch/>
        </p:blipFill>
        <p:spPr>
          <a:xfrm>
            <a:off x="1244241" y="1795208"/>
            <a:ext cx="11034845" cy="5113592"/>
          </a:xfrm>
          <a:prstGeom prst="rect">
            <a:avLst/>
          </a:prstGeom>
        </p:spPr>
      </p:pic>
      <p:pic>
        <p:nvPicPr>
          <p:cNvPr id="8" name="Picture 7">
            <a:extLst>
              <a:ext uri="{FF2B5EF4-FFF2-40B4-BE49-F238E27FC236}">
                <a16:creationId xmlns:a16="http://schemas.microsoft.com/office/drawing/2014/main" id="{190AF31E-BAD0-2C0E-1118-1B1EB44EBBF3}"/>
              </a:ext>
            </a:extLst>
          </p:cNvPr>
          <p:cNvPicPr>
            <a:picLocks noChangeAspect="1"/>
          </p:cNvPicPr>
          <p:nvPr/>
        </p:nvPicPr>
        <p:blipFill>
          <a:blip r:embed="rId3"/>
          <a:stretch>
            <a:fillRect/>
          </a:stretch>
        </p:blipFill>
        <p:spPr>
          <a:xfrm>
            <a:off x="1244240" y="7215057"/>
            <a:ext cx="11034845" cy="2703643"/>
          </a:xfrm>
          <a:prstGeom prst="rect">
            <a:avLst/>
          </a:prstGeom>
        </p:spPr>
      </p:pic>
      <p:grpSp>
        <p:nvGrpSpPr>
          <p:cNvPr id="9" name="Google Shape;301;p24">
            <a:extLst>
              <a:ext uri="{FF2B5EF4-FFF2-40B4-BE49-F238E27FC236}">
                <a16:creationId xmlns:a16="http://schemas.microsoft.com/office/drawing/2014/main" id="{42BAC33E-DC41-A3F7-4DBE-6A0709DBDAA8}"/>
              </a:ext>
            </a:extLst>
          </p:cNvPr>
          <p:cNvGrpSpPr/>
          <p:nvPr/>
        </p:nvGrpSpPr>
        <p:grpSpPr>
          <a:xfrm>
            <a:off x="-26281" y="774700"/>
            <a:ext cx="15071695" cy="827992"/>
            <a:chOff x="-16184" y="8640158"/>
            <a:chExt cx="4045716" cy="439420"/>
          </a:xfrm>
        </p:grpSpPr>
        <p:sp>
          <p:nvSpPr>
            <p:cNvPr id="10" name="Google Shape;302;p24">
              <a:extLst>
                <a:ext uri="{FF2B5EF4-FFF2-40B4-BE49-F238E27FC236}">
                  <a16:creationId xmlns:a16="http://schemas.microsoft.com/office/drawing/2014/main" id="{5A481507-652F-F036-D217-8999C3BBEEEA}"/>
                </a:ext>
              </a:extLst>
            </p:cNvPr>
            <p:cNvSpPr/>
            <p:nvPr/>
          </p:nvSpPr>
          <p:spPr>
            <a:xfrm>
              <a:off x="-16184" y="8640158"/>
              <a:ext cx="3923363" cy="439420"/>
            </a:xfrm>
            <a:custGeom>
              <a:avLst/>
              <a:gdLst/>
              <a:ahLst/>
              <a:cxnLst/>
              <a:rect l="l" t="t" r="r" b="b"/>
              <a:pathLst>
                <a:path w="3844925" h="439420" extrusionOk="0">
                  <a:moveTo>
                    <a:pt x="0" y="439204"/>
                  </a:moveTo>
                  <a:lnTo>
                    <a:pt x="3844798" y="439204"/>
                  </a:lnTo>
                  <a:lnTo>
                    <a:pt x="3844798" y="0"/>
                  </a:lnTo>
                  <a:lnTo>
                    <a:pt x="0" y="0"/>
                  </a:lnTo>
                  <a:lnTo>
                    <a:pt x="0" y="439204"/>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457200" marR="0" lvl="1" indent="0" algn="ctr" rtl="0">
                <a:spcBef>
                  <a:spcPts val="0"/>
                </a:spcBef>
                <a:spcAft>
                  <a:spcPts val="0"/>
                </a:spcAft>
                <a:buNone/>
              </a:pPr>
              <a:r>
                <a:rPr lang="en-US" sz="5400" dirty="0">
                  <a:solidFill>
                    <a:schemeClr val="lt1"/>
                  </a:solidFill>
                  <a:latin typeface="Calibri"/>
                  <a:ea typeface="Calibri"/>
                  <a:cs typeface="Calibri"/>
                  <a:sym typeface="Calibri"/>
                </a:rPr>
                <a:t>GBM Model</a:t>
              </a:r>
            </a:p>
            <a:p>
              <a:pPr marL="457200" marR="0" lvl="1" indent="0" algn="ctr" rtl="0">
                <a:spcBef>
                  <a:spcPts val="0"/>
                </a:spcBef>
                <a:spcAft>
                  <a:spcPts val="0"/>
                </a:spcAft>
                <a:buNone/>
              </a:pPr>
              <a:endParaRPr lang="en-US" sz="5400" b="0" i="0" u="none" strike="noStrike" cap="none" dirty="0">
                <a:solidFill>
                  <a:schemeClr val="lt1"/>
                </a:solidFill>
                <a:latin typeface="Calibri"/>
                <a:ea typeface="Calibri"/>
                <a:cs typeface="Calibri"/>
                <a:sym typeface="Calibri"/>
              </a:endParaRPr>
            </a:p>
            <a:p>
              <a:pPr marL="457200" marR="0" lvl="1" indent="0" algn="ctr" rtl="0">
                <a:spcBef>
                  <a:spcPts val="0"/>
                </a:spcBef>
                <a:spcAft>
                  <a:spcPts val="0"/>
                </a:spcAft>
                <a:buNone/>
              </a:pPr>
              <a:endParaRPr sz="5400" b="0" i="0" u="none" strike="noStrike" cap="none" dirty="0">
                <a:solidFill>
                  <a:schemeClr val="lt1"/>
                </a:solidFill>
                <a:latin typeface="Calibri"/>
                <a:ea typeface="Calibri"/>
                <a:cs typeface="Calibri"/>
                <a:sym typeface="Calibri"/>
              </a:endParaRPr>
            </a:p>
            <a:p>
              <a:pPr marL="457200" marR="0" lvl="1" indent="0" algn="ctr" rtl="0">
                <a:spcBef>
                  <a:spcPts val="0"/>
                </a:spcBef>
                <a:spcAft>
                  <a:spcPts val="0"/>
                </a:spcAft>
                <a:buNone/>
              </a:pPr>
              <a:endParaRPr sz="5400" b="0" i="0" u="none" strike="noStrike" cap="none" dirty="0">
                <a:solidFill>
                  <a:schemeClr val="lt1"/>
                </a:solidFill>
                <a:latin typeface="Calibri"/>
                <a:ea typeface="Calibri"/>
                <a:cs typeface="Calibri"/>
                <a:sym typeface="Calibri"/>
              </a:endParaRPr>
            </a:p>
            <a:p>
              <a:pPr marL="457200" marR="0" lvl="1" indent="0" algn="ctr" rtl="0">
                <a:spcBef>
                  <a:spcPts val="0"/>
                </a:spcBef>
                <a:spcAft>
                  <a:spcPts val="0"/>
                </a:spcAft>
                <a:buNone/>
              </a:pPr>
              <a:endParaRPr sz="5400" b="0" i="0" u="none" strike="noStrike" cap="none" dirty="0">
                <a:solidFill>
                  <a:schemeClr val="lt1"/>
                </a:solidFill>
                <a:latin typeface="Calibri"/>
                <a:ea typeface="Calibri"/>
                <a:cs typeface="Calibri"/>
                <a:sym typeface="Calibri"/>
              </a:endParaRPr>
            </a:p>
            <a:p>
              <a:pPr marL="457200" marR="0" lvl="1" indent="0" algn="ctr" rtl="0">
                <a:spcBef>
                  <a:spcPts val="0"/>
                </a:spcBef>
                <a:spcAft>
                  <a:spcPts val="0"/>
                </a:spcAft>
                <a:buNone/>
              </a:pPr>
              <a:endParaRPr sz="5400" b="0" i="0" u="none" strike="noStrike" cap="none" dirty="0">
                <a:solidFill>
                  <a:schemeClr val="lt1"/>
                </a:solidFill>
                <a:latin typeface="Calibri"/>
                <a:ea typeface="Calibri"/>
                <a:cs typeface="Calibri"/>
                <a:sym typeface="Calibri"/>
              </a:endParaRPr>
            </a:p>
            <a:p>
              <a:pPr marL="457200" marR="0" lvl="1" indent="0" algn="ctr" rtl="0">
                <a:spcBef>
                  <a:spcPts val="0"/>
                </a:spcBef>
                <a:spcAft>
                  <a:spcPts val="0"/>
                </a:spcAft>
                <a:buNone/>
              </a:pPr>
              <a:endParaRPr sz="2000" b="0" i="0" u="none" strike="noStrike" cap="none" dirty="0">
                <a:solidFill>
                  <a:schemeClr val="lt1"/>
                </a:solidFill>
                <a:latin typeface="Calibri"/>
                <a:ea typeface="Calibri"/>
                <a:cs typeface="Calibri"/>
                <a:sym typeface="Calibri"/>
              </a:endParaRPr>
            </a:p>
          </p:txBody>
        </p:sp>
        <p:sp>
          <p:nvSpPr>
            <p:cNvPr id="11" name="Google Shape;303;p24">
              <a:extLst>
                <a:ext uri="{FF2B5EF4-FFF2-40B4-BE49-F238E27FC236}">
                  <a16:creationId xmlns:a16="http://schemas.microsoft.com/office/drawing/2014/main" id="{AD1FE243-614F-2579-08CB-E6056D906A66}"/>
                </a:ext>
              </a:extLst>
            </p:cNvPr>
            <p:cNvSpPr/>
            <p:nvPr/>
          </p:nvSpPr>
          <p:spPr>
            <a:xfrm>
              <a:off x="3800173" y="8640158"/>
              <a:ext cx="229359" cy="439420"/>
            </a:xfrm>
            <a:custGeom>
              <a:avLst/>
              <a:gdLst/>
              <a:ahLst/>
              <a:cxnLst/>
              <a:rect l="l" t="t" r="r" b="b"/>
              <a:pathLst>
                <a:path w="439420" h="439420" extrusionOk="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Tree>
    <p:extLst>
      <p:ext uri="{BB962C8B-B14F-4D97-AF65-F5344CB8AC3E}">
        <p14:creationId xmlns:p14="http://schemas.microsoft.com/office/powerpoint/2010/main" val="13169635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24"/>
          <p:cNvSpPr txBox="1">
            <a:spLocks noGrp="1"/>
          </p:cNvSpPr>
          <p:nvPr>
            <p:ph type="sldNum" idx="12"/>
          </p:nvPr>
        </p:nvSpPr>
        <p:spPr>
          <a:xfrm>
            <a:off x="13426034" y="9911198"/>
            <a:ext cx="4277320" cy="5693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3200">
                <a:solidFill>
                  <a:schemeClr val="lt1"/>
                </a:solidFill>
              </a:rPr>
              <a:t>26</a:t>
            </a:fld>
            <a:endParaRPr sz="3200">
              <a:solidFill>
                <a:schemeClr val="lt1"/>
              </a:solidFill>
            </a:endParaRPr>
          </a:p>
        </p:txBody>
      </p:sp>
      <p:grpSp>
        <p:nvGrpSpPr>
          <p:cNvPr id="293" name="Google Shape;293;p24"/>
          <p:cNvGrpSpPr/>
          <p:nvPr/>
        </p:nvGrpSpPr>
        <p:grpSpPr>
          <a:xfrm>
            <a:off x="-2" y="9568581"/>
            <a:ext cx="19010314" cy="1112119"/>
            <a:chOff x="-2" y="9568581"/>
            <a:chExt cx="19010314" cy="1112119"/>
          </a:xfrm>
        </p:grpSpPr>
        <p:grpSp>
          <p:nvGrpSpPr>
            <p:cNvPr id="294" name="Google Shape;294;p24"/>
            <p:cNvGrpSpPr/>
            <p:nvPr/>
          </p:nvGrpSpPr>
          <p:grpSpPr>
            <a:xfrm>
              <a:off x="-2" y="9568581"/>
              <a:ext cx="19010314" cy="1112119"/>
              <a:chOff x="-324645" y="2222500"/>
              <a:chExt cx="22261686" cy="1302327"/>
            </a:xfrm>
          </p:grpSpPr>
          <p:sp>
            <p:nvSpPr>
              <p:cNvPr id="295" name="Google Shape;295;p24"/>
              <p:cNvSpPr/>
              <p:nvPr/>
            </p:nvSpPr>
            <p:spPr>
              <a:xfrm>
                <a:off x="-324645" y="2222500"/>
                <a:ext cx="17644827" cy="1302327"/>
              </a:xfrm>
              <a:custGeom>
                <a:avLst/>
                <a:gdLst/>
                <a:ahLst/>
                <a:cxnLst/>
                <a:rect l="l" t="t" r="r" b="b"/>
                <a:pathLst>
                  <a:path w="1892300" h="440055" extrusionOk="0">
                    <a:moveTo>
                      <a:pt x="0" y="439737"/>
                    </a:moveTo>
                    <a:lnTo>
                      <a:pt x="1892300" y="439737"/>
                    </a:lnTo>
                    <a:lnTo>
                      <a:pt x="1892300" y="0"/>
                    </a:lnTo>
                    <a:lnTo>
                      <a:pt x="0" y="0"/>
                    </a:lnTo>
                    <a:lnTo>
                      <a:pt x="0" y="439737"/>
                    </a:lnTo>
                    <a:close/>
                  </a:path>
                </a:pathLst>
              </a:custGeom>
              <a:solidFill>
                <a:srgbClr val="FFF2C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6" name="Google Shape;296;p24"/>
              <p:cNvSpPr/>
              <p:nvPr/>
            </p:nvSpPr>
            <p:spPr>
              <a:xfrm>
                <a:off x="20621789" y="2222500"/>
                <a:ext cx="1315252" cy="1302327"/>
              </a:xfrm>
              <a:custGeom>
                <a:avLst/>
                <a:gdLst/>
                <a:ahLst/>
                <a:cxnLst/>
                <a:rect l="l" t="t" r="r" b="b"/>
                <a:pathLst>
                  <a:path w="1883409" h="440055" extrusionOk="0">
                    <a:moveTo>
                      <a:pt x="0" y="0"/>
                    </a:moveTo>
                    <a:lnTo>
                      <a:pt x="0" y="439737"/>
                    </a:lnTo>
                    <a:lnTo>
                      <a:pt x="1883155" y="439737"/>
                    </a:lnTo>
                    <a:lnTo>
                      <a:pt x="1883155" y="0"/>
                    </a:lnTo>
                    <a:lnTo>
                      <a:pt x="0" y="0"/>
                    </a:lnTo>
                    <a:close/>
                  </a:path>
                </a:pathLst>
              </a:custGeom>
              <a:solidFill>
                <a:srgbClr val="FF8200"/>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297" name="Google Shape;297;p24"/>
            <p:cNvSpPr/>
            <p:nvPr/>
          </p:nvSpPr>
          <p:spPr>
            <a:xfrm>
              <a:off x="15067756" y="9568581"/>
              <a:ext cx="2819400" cy="1112119"/>
            </a:xfrm>
            <a:custGeom>
              <a:avLst/>
              <a:gdLst/>
              <a:ahLst/>
              <a:cxnLst/>
              <a:rect l="l" t="t" r="r" b="b"/>
              <a:pathLst>
                <a:path w="1883409" h="440055" extrusionOk="0">
                  <a:moveTo>
                    <a:pt x="0" y="0"/>
                  </a:moveTo>
                  <a:lnTo>
                    <a:pt x="0" y="439737"/>
                  </a:lnTo>
                  <a:lnTo>
                    <a:pt x="1883155" y="439737"/>
                  </a:lnTo>
                  <a:lnTo>
                    <a:pt x="1883155" y="0"/>
                  </a:lnTo>
                  <a:lnTo>
                    <a:pt x="0" y="0"/>
                  </a:lnTo>
                  <a:close/>
                </a:path>
              </a:pathLst>
            </a:custGeom>
            <a:solidFill>
              <a:srgbClr val="FEE599"/>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298" name="Google Shape;298;p24"/>
          <p:cNvSpPr txBox="1"/>
          <p:nvPr/>
        </p:nvSpPr>
        <p:spPr>
          <a:xfrm>
            <a:off x="665956" y="9771598"/>
            <a:ext cx="11277600"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dirty="0">
                <a:solidFill>
                  <a:schemeClr val="dk1"/>
                </a:solidFill>
                <a:latin typeface="Times New Roman"/>
                <a:ea typeface="Times New Roman"/>
                <a:cs typeface="Times New Roman"/>
                <a:sym typeface="Times New Roman"/>
              </a:rPr>
              <a:t>HR Data analysis </a:t>
            </a:r>
          </a:p>
        </p:txBody>
      </p:sp>
      <p:sp>
        <p:nvSpPr>
          <p:cNvPr id="300" name="Google Shape;300;p24"/>
          <p:cNvSpPr txBox="1"/>
          <p:nvPr/>
        </p:nvSpPr>
        <p:spPr>
          <a:xfrm>
            <a:off x="17729344" y="9911199"/>
            <a:ext cx="961453" cy="236101"/>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3200">
                <a:solidFill>
                  <a:schemeClr val="lt1"/>
                </a:solidFill>
                <a:latin typeface="Calibri"/>
                <a:ea typeface="Calibri"/>
                <a:cs typeface="Calibri"/>
                <a:sym typeface="Calibri"/>
              </a:rPr>
              <a:t>26</a:t>
            </a:fld>
            <a:endParaRPr sz="1870">
              <a:solidFill>
                <a:schemeClr val="lt1"/>
              </a:solidFill>
              <a:latin typeface="Calibri"/>
              <a:ea typeface="Calibri"/>
              <a:cs typeface="Calibri"/>
              <a:sym typeface="Calibri"/>
            </a:endParaRPr>
          </a:p>
        </p:txBody>
      </p:sp>
      <p:grpSp>
        <p:nvGrpSpPr>
          <p:cNvPr id="301" name="Google Shape;301;p24"/>
          <p:cNvGrpSpPr/>
          <p:nvPr/>
        </p:nvGrpSpPr>
        <p:grpSpPr>
          <a:xfrm>
            <a:off x="-26281" y="774700"/>
            <a:ext cx="15071695" cy="827992"/>
            <a:chOff x="-16184" y="8640158"/>
            <a:chExt cx="4045716" cy="439420"/>
          </a:xfrm>
        </p:grpSpPr>
        <p:sp>
          <p:nvSpPr>
            <p:cNvPr id="302" name="Google Shape;302;p24"/>
            <p:cNvSpPr/>
            <p:nvPr/>
          </p:nvSpPr>
          <p:spPr>
            <a:xfrm>
              <a:off x="-16184" y="8640158"/>
              <a:ext cx="3923363" cy="439420"/>
            </a:xfrm>
            <a:custGeom>
              <a:avLst/>
              <a:gdLst/>
              <a:ahLst/>
              <a:cxnLst/>
              <a:rect l="l" t="t" r="r" b="b"/>
              <a:pathLst>
                <a:path w="3844925" h="439420" extrusionOk="0">
                  <a:moveTo>
                    <a:pt x="0" y="439204"/>
                  </a:moveTo>
                  <a:lnTo>
                    <a:pt x="3844798" y="439204"/>
                  </a:lnTo>
                  <a:lnTo>
                    <a:pt x="3844798" y="0"/>
                  </a:lnTo>
                  <a:lnTo>
                    <a:pt x="0" y="0"/>
                  </a:lnTo>
                  <a:lnTo>
                    <a:pt x="0" y="439204"/>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457200" marR="0" lvl="1" indent="0" algn="ctr" rtl="0">
                <a:spcBef>
                  <a:spcPts val="0"/>
                </a:spcBef>
                <a:spcAft>
                  <a:spcPts val="0"/>
                </a:spcAft>
                <a:buNone/>
              </a:pPr>
              <a:r>
                <a:rPr lang="en-US" sz="5400" b="0" i="0" u="none" strike="noStrike" cap="none" dirty="0">
                  <a:solidFill>
                    <a:schemeClr val="lt1"/>
                  </a:solidFill>
                  <a:latin typeface="Calibri"/>
                  <a:ea typeface="Calibri"/>
                  <a:cs typeface="Calibri"/>
                  <a:sym typeface="Calibri"/>
                </a:rPr>
                <a:t>Overview on Python analysis </a:t>
              </a:r>
            </a:p>
            <a:p>
              <a:pPr marL="457200" marR="0" lvl="1" indent="0" algn="ctr" rtl="0">
                <a:spcBef>
                  <a:spcPts val="0"/>
                </a:spcBef>
                <a:spcAft>
                  <a:spcPts val="0"/>
                </a:spcAft>
                <a:buNone/>
              </a:pPr>
              <a:endParaRPr sz="5400" b="0" i="0" u="none" strike="noStrike" cap="none" dirty="0">
                <a:solidFill>
                  <a:schemeClr val="lt1"/>
                </a:solidFill>
                <a:latin typeface="Calibri"/>
                <a:ea typeface="Calibri"/>
                <a:cs typeface="Calibri"/>
                <a:sym typeface="Calibri"/>
              </a:endParaRPr>
            </a:p>
            <a:p>
              <a:pPr marL="457200" marR="0" lvl="1" indent="0" algn="ctr" rtl="0">
                <a:spcBef>
                  <a:spcPts val="0"/>
                </a:spcBef>
                <a:spcAft>
                  <a:spcPts val="0"/>
                </a:spcAft>
                <a:buNone/>
              </a:pPr>
              <a:endParaRPr sz="5400" b="0" i="0" u="none" strike="noStrike" cap="none" dirty="0">
                <a:solidFill>
                  <a:schemeClr val="lt1"/>
                </a:solidFill>
                <a:latin typeface="Calibri"/>
                <a:ea typeface="Calibri"/>
                <a:cs typeface="Calibri"/>
                <a:sym typeface="Calibri"/>
              </a:endParaRPr>
            </a:p>
            <a:p>
              <a:pPr marL="457200" marR="0" lvl="1" indent="0" algn="ctr" rtl="0">
                <a:spcBef>
                  <a:spcPts val="0"/>
                </a:spcBef>
                <a:spcAft>
                  <a:spcPts val="0"/>
                </a:spcAft>
                <a:buNone/>
              </a:pPr>
              <a:endParaRPr sz="5400" b="0" i="0" u="none" strike="noStrike" cap="none" dirty="0">
                <a:solidFill>
                  <a:schemeClr val="lt1"/>
                </a:solidFill>
                <a:latin typeface="Calibri"/>
                <a:ea typeface="Calibri"/>
                <a:cs typeface="Calibri"/>
                <a:sym typeface="Calibri"/>
              </a:endParaRPr>
            </a:p>
            <a:p>
              <a:pPr marL="457200" marR="0" lvl="1" indent="0" algn="ctr" rtl="0">
                <a:spcBef>
                  <a:spcPts val="0"/>
                </a:spcBef>
                <a:spcAft>
                  <a:spcPts val="0"/>
                </a:spcAft>
                <a:buNone/>
              </a:pPr>
              <a:endParaRPr sz="5400" b="0" i="0" u="none" strike="noStrike" cap="none" dirty="0">
                <a:solidFill>
                  <a:schemeClr val="lt1"/>
                </a:solidFill>
                <a:latin typeface="Calibri"/>
                <a:ea typeface="Calibri"/>
                <a:cs typeface="Calibri"/>
                <a:sym typeface="Calibri"/>
              </a:endParaRPr>
            </a:p>
            <a:p>
              <a:pPr marL="457200" marR="0" lvl="1" indent="0" algn="ctr" rtl="0">
                <a:spcBef>
                  <a:spcPts val="0"/>
                </a:spcBef>
                <a:spcAft>
                  <a:spcPts val="0"/>
                </a:spcAft>
                <a:buNone/>
              </a:pPr>
              <a:endParaRPr sz="5400" b="0" i="0" u="none" strike="noStrike" cap="none" dirty="0">
                <a:solidFill>
                  <a:schemeClr val="lt1"/>
                </a:solidFill>
                <a:latin typeface="Calibri"/>
                <a:ea typeface="Calibri"/>
                <a:cs typeface="Calibri"/>
                <a:sym typeface="Calibri"/>
              </a:endParaRPr>
            </a:p>
            <a:p>
              <a:pPr marL="457200" marR="0" lvl="1" indent="0" algn="ctr" rtl="0">
                <a:spcBef>
                  <a:spcPts val="0"/>
                </a:spcBef>
                <a:spcAft>
                  <a:spcPts val="0"/>
                </a:spcAft>
                <a:buNone/>
              </a:pPr>
              <a:endParaRPr sz="2000" b="0" i="0" u="none" strike="noStrike" cap="none" dirty="0">
                <a:solidFill>
                  <a:schemeClr val="lt1"/>
                </a:solidFill>
                <a:latin typeface="Calibri"/>
                <a:ea typeface="Calibri"/>
                <a:cs typeface="Calibri"/>
                <a:sym typeface="Calibri"/>
              </a:endParaRPr>
            </a:p>
          </p:txBody>
        </p:sp>
        <p:sp>
          <p:nvSpPr>
            <p:cNvPr id="303" name="Google Shape;303;p24"/>
            <p:cNvSpPr/>
            <p:nvPr/>
          </p:nvSpPr>
          <p:spPr>
            <a:xfrm>
              <a:off x="3800173" y="8640158"/>
              <a:ext cx="229359" cy="439420"/>
            </a:xfrm>
            <a:custGeom>
              <a:avLst/>
              <a:gdLst/>
              <a:ahLst/>
              <a:cxnLst/>
              <a:rect l="l" t="t" r="r" b="b"/>
              <a:pathLst>
                <a:path w="439420" h="439420" extrusionOk="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304" name="Google Shape;304;p24"/>
          <p:cNvSpPr txBox="1"/>
          <p:nvPr/>
        </p:nvSpPr>
        <p:spPr>
          <a:xfrm>
            <a:off x="1199356" y="2070100"/>
            <a:ext cx="17009816" cy="7294264"/>
          </a:xfrm>
          <a:prstGeom prst="rect">
            <a:avLst/>
          </a:prstGeom>
          <a:noFill/>
          <a:ln>
            <a:noFill/>
          </a:ln>
        </p:spPr>
        <p:txBody>
          <a:bodyPr spcFirstLastPara="1" wrap="square" lIns="91425" tIns="45700" rIns="91425" bIns="45700" anchor="t" anchorCtr="0">
            <a:spAutoFit/>
          </a:bodyPr>
          <a:lstStyle/>
          <a:p>
            <a:pPr marL="571500" marR="0" lvl="0" indent="-571500" rtl="0">
              <a:spcBef>
                <a:spcPts val="0"/>
              </a:spcBef>
              <a:spcAft>
                <a:spcPts val="0"/>
              </a:spcAft>
              <a:buClr>
                <a:schemeClr val="dk1"/>
              </a:buClr>
              <a:buSzPts val="3600"/>
              <a:buFont typeface="Wingdings" panose="05000000000000000000" pitchFamily="2" charset="2"/>
              <a:buChar char="Ø"/>
            </a:pPr>
            <a:r>
              <a:rPr lang="en-US" sz="3600" dirty="0">
                <a:solidFill>
                  <a:schemeClr val="dk1"/>
                </a:solidFill>
                <a:latin typeface="Calibri"/>
                <a:ea typeface="Calibri"/>
                <a:cs typeface="Calibri"/>
                <a:sym typeface="Calibri"/>
              </a:rPr>
              <a:t>During the model training and evaluation phase, the project utilized a machine learning classifier to predict employee promotions based on various features such as department, region, education, gender, recruitment channel, number of trainings, age, previous year rating, length of service, KPIs met, awards won, and average training score. </a:t>
            </a:r>
          </a:p>
          <a:p>
            <a:pPr marL="571500" marR="0" lvl="0" indent="-571500" rtl="0">
              <a:spcBef>
                <a:spcPts val="0"/>
              </a:spcBef>
              <a:spcAft>
                <a:spcPts val="0"/>
              </a:spcAft>
              <a:buClr>
                <a:schemeClr val="dk1"/>
              </a:buClr>
              <a:buSzPts val="3600"/>
              <a:buFont typeface="Wingdings" panose="05000000000000000000" pitchFamily="2" charset="2"/>
              <a:buChar char="Ø"/>
            </a:pPr>
            <a:r>
              <a:rPr lang="en-US" sz="3600" dirty="0">
                <a:solidFill>
                  <a:schemeClr val="dk1"/>
                </a:solidFill>
                <a:latin typeface="Calibri"/>
                <a:ea typeface="Calibri"/>
                <a:cs typeface="Calibri"/>
                <a:sym typeface="Calibri"/>
              </a:rPr>
              <a:t>Initially, the training data was split into training and validation sets to assess the model's performance on unseen data. </a:t>
            </a:r>
          </a:p>
          <a:p>
            <a:pPr marL="571500" marR="0" lvl="0" indent="-571500" rtl="0">
              <a:spcBef>
                <a:spcPts val="0"/>
              </a:spcBef>
              <a:spcAft>
                <a:spcPts val="0"/>
              </a:spcAft>
              <a:buClr>
                <a:schemeClr val="dk1"/>
              </a:buClr>
              <a:buSzPts val="3600"/>
              <a:buFont typeface="Wingdings" panose="05000000000000000000" pitchFamily="2" charset="2"/>
              <a:buChar char="Ø"/>
            </a:pPr>
            <a:r>
              <a:rPr lang="en-US" sz="3600" dirty="0">
                <a:solidFill>
                  <a:schemeClr val="dk1"/>
                </a:solidFill>
                <a:latin typeface="Calibri"/>
                <a:ea typeface="Calibri"/>
                <a:cs typeface="Calibri"/>
                <a:sym typeface="Calibri"/>
              </a:rPr>
              <a:t>After transforming categorical variables into numerical labels, the chosen classifier was trained on the prepared dataset. </a:t>
            </a:r>
          </a:p>
          <a:p>
            <a:pPr marL="571500" marR="0" lvl="0" indent="-571500" rtl="0">
              <a:spcBef>
                <a:spcPts val="0"/>
              </a:spcBef>
              <a:spcAft>
                <a:spcPts val="0"/>
              </a:spcAft>
              <a:buClr>
                <a:schemeClr val="dk1"/>
              </a:buClr>
              <a:buSzPts val="3600"/>
              <a:buFont typeface="Wingdings" panose="05000000000000000000" pitchFamily="2" charset="2"/>
              <a:buChar char="Ø"/>
            </a:pPr>
            <a:r>
              <a:rPr lang="en-US" sz="3600" dirty="0">
                <a:solidFill>
                  <a:schemeClr val="dk1"/>
                </a:solidFill>
                <a:latin typeface="Calibri"/>
                <a:ea typeface="Calibri"/>
                <a:cs typeface="Calibri"/>
                <a:sym typeface="Calibri"/>
              </a:rPr>
              <a:t>The model's performance was then evaluated using metrics such as accuracy, precision, recall, and F1 score to ensure its effectiveness. </a:t>
            </a:r>
          </a:p>
          <a:p>
            <a:pPr marL="571500" marR="0" lvl="0" indent="-571500" rtl="0">
              <a:spcBef>
                <a:spcPts val="0"/>
              </a:spcBef>
              <a:spcAft>
                <a:spcPts val="0"/>
              </a:spcAft>
              <a:buClr>
                <a:schemeClr val="dk1"/>
              </a:buClr>
              <a:buSzPts val="3600"/>
              <a:buFont typeface="Wingdings" panose="05000000000000000000" pitchFamily="2" charset="2"/>
              <a:buChar char="Ø"/>
            </a:pPr>
            <a:r>
              <a:rPr lang="en-US" sz="3600" dirty="0">
                <a:solidFill>
                  <a:schemeClr val="dk1"/>
                </a:solidFill>
                <a:latin typeface="Calibri"/>
                <a:ea typeface="Calibri"/>
                <a:cs typeface="Calibri"/>
                <a:sym typeface="Calibri"/>
              </a:rPr>
              <a:t>Finally, the trained model was employed to make predictions on the test data, providing insights into potential employee promotions.</a:t>
            </a:r>
            <a:endParaRPr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25"/>
          <p:cNvSpPr txBox="1">
            <a:spLocks noGrp="1"/>
          </p:cNvSpPr>
          <p:nvPr>
            <p:ph type="sldNum" idx="12"/>
          </p:nvPr>
        </p:nvSpPr>
        <p:spPr>
          <a:xfrm>
            <a:off x="13426034" y="9911198"/>
            <a:ext cx="4277320" cy="5693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3200">
                <a:solidFill>
                  <a:schemeClr val="lt1"/>
                </a:solidFill>
              </a:rPr>
              <a:t>27</a:t>
            </a:fld>
            <a:endParaRPr sz="3200">
              <a:solidFill>
                <a:schemeClr val="lt1"/>
              </a:solidFill>
            </a:endParaRPr>
          </a:p>
        </p:txBody>
      </p:sp>
      <p:grpSp>
        <p:nvGrpSpPr>
          <p:cNvPr id="311" name="Google Shape;311;p25"/>
          <p:cNvGrpSpPr/>
          <p:nvPr/>
        </p:nvGrpSpPr>
        <p:grpSpPr>
          <a:xfrm>
            <a:off x="-2" y="9568581"/>
            <a:ext cx="19010314" cy="1112119"/>
            <a:chOff x="-2" y="9568581"/>
            <a:chExt cx="19010314" cy="1112119"/>
          </a:xfrm>
        </p:grpSpPr>
        <p:grpSp>
          <p:nvGrpSpPr>
            <p:cNvPr id="312" name="Google Shape;312;p25"/>
            <p:cNvGrpSpPr/>
            <p:nvPr/>
          </p:nvGrpSpPr>
          <p:grpSpPr>
            <a:xfrm>
              <a:off x="-2" y="9568581"/>
              <a:ext cx="19010314" cy="1112119"/>
              <a:chOff x="-324645" y="2222500"/>
              <a:chExt cx="22261686" cy="1302327"/>
            </a:xfrm>
          </p:grpSpPr>
          <p:sp>
            <p:nvSpPr>
              <p:cNvPr id="313" name="Google Shape;313;p25"/>
              <p:cNvSpPr/>
              <p:nvPr/>
            </p:nvSpPr>
            <p:spPr>
              <a:xfrm>
                <a:off x="-324645" y="2222500"/>
                <a:ext cx="17644827" cy="1302327"/>
              </a:xfrm>
              <a:custGeom>
                <a:avLst/>
                <a:gdLst/>
                <a:ahLst/>
                <a:cxnLst/>
                <a:rect l="l" t="t" r="r" b="b"/>
                <a:pathLst>
                  <a:path w="1892300" h="440055" extrusionOk="0">
                    <a:moveTo>
                      <a:pt x="0" y="439737"/>
                    </a:moveTo>
                    <a:lnTo>
                      <a:pt x="1892300" y="439737"/>
                    </a:lnTo>
                    <a:lnTo>
                      <a:pt x="1892300" y="0"/>
                    </a:lnTo>
                    <a:lnTo>
                      <a:pt x="0" y="0"/>
                    </a:lnTo>
                    <a:lnTo>
                      <a:pt x="0" y="439737"/>
                    </a:lnTo>
                    <a:close/>
                  </a:path>
                </a:pathLst>
              </a:custGeom>
              <a:solidFill>
                <a:srgbClr val="FFF2C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14" name="Google Shape;314;p25"/>
              <p:cNvSpPr/>
              <p:nvPr/>
            </p:nvSpPr>
            <p:spPr>
              <a:xfrm>
                <a:off x="20621789" y="2222500"/>
                <a:ext cx="1315252" cy="1302327"/>
              </a:xfrm>
              <a:custGeom>
                <a:avLst/>
                <a:gdLst/>
                <a:ahLst/>
                <a:cxnLst/>
                <a:rect l="l" t="t" r="r" b="b"/>
                <a:pathLst>
                  <a:path w="1883409" h="440055" extrusionOk="0">
                    <a:moveTo>
                      <a:pt x="0" y="0"/>
                    </a:moveTo>
                    <a:lnTo>
                      <a:pt x="0" y="439737"/>
                    </a:lnTo>
                    <a:lnTo>
                      <a:pt x="1883155" y="439737"/>
                    </a:lnTo>
                    <a:lnTo>
                      <a:pt x="1883155" y="0"/>
                    </a:lnTo>
                    <a:lnTo>
                      <a:pt x="0" y="0"/>
                    </a:lnTo>
                    <a:close/>
                  </a:path>
                </a:pathLst>
              </a:custGeom>
              <a:solidFill>
                <a:srgbClr val="FF8200"/>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315" name="Google Shape;315;p25"/>
            <p:cNvSpPr/>
            <p:nvPr/>
          </p:nvSpPr>
          <p:spPr>
            <a:xfrm>
              <a:off x="15067756" y="9568581"/>
              <a:ext cx="2819400" cy="1112119"/>
            </a:xfrm>
            <a:custGeom>
              <a:avLst/>
              <a:gdLst/>
              <a:ahLst/>
              <a:cxnLst/>
              <a:rect l="l" t="t" r="r" b="b"/>
              <a:pathLst>
                <a:path w="1883409" h="440055" extrusionOk="0">
                  <a:moveTo>
                    <a:pt x="0" y="0"/>
                  </a:moveTo>
                  <a:lnTo>
                    <a:pt x="0" y="439737"/>
                  </a:lnTo>
                  <a:lnTo>
                    <a:pt x="1883155" y="439737"/>
                  </a:lnTo>
                  <a:lnTo>
                    <a:pt x="1883155" y="0"/>
                  </a:lnTo>
                  <a:lnTo>
                    <a:pt x="0" y="0"/>
                  </a:lnTo>
                  <a:close/>
                </a:path>
              </a:pathLst>
            </a:custGeom>
            <a:solidFill>
              <a:srgbClr val="FEE599"/>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316" name="Google Shape;316;p25"/>
          <p:cNvSpPr txBox="1"/>
          <p:nvPr/>
        </p:nvSpPr>
        <p:spPr>
          <a:xfrm>
            <a:off x="665956" y="9771598"/>
            <a:ext cx="11277600"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dirty="0">
                <a:solidFill>
                  <a:schemeClr val="dk1"/>
                </a:solidFill>
                <a:latin typeface="Times New Roman"/>
                <a:ea typeface="Times New Roman"/>
                <a:cs typeface="Times New Roman"/>
                <a:sym typeface="Times New Roman"/>
              </a:rPr>
              <a:t>HR Data analysis </a:t>
            </a:r>
          </a:p>
        </p:txBody>
      </p:sp>
      <p:sp>
        <p:nvSpPr>
          <p:cNvPr id="318" name="Google Shape;318;p25"/>
          <p:cNvSpPr txBox="1"/>
          <p:nvPr/>
        </p:nvSpPr>
        <p:spPr>
          <a:xfrm>
            <a:off x="17729344" y="9911199"/>
            <a:ext cx="961453" cy="236101"/>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3200">
                <a:solidFill>
                  <a:schemeClr val="lt1"/>
                </a:solidFill>
                <a:latin typeface="Calibri"/>
                <a:ea typeface="Calibri"/>
                <a:cs typeface="Calibri"/>
                <a:sym typeface="Calibri"/>
              </a:rPr>
              <a:t>27</a:t>
            </a:fld>
            <a:endParaRPr sz="1870">
              <a:solidFill>
                <a:schemeClr val="lt1"/>
              </a:solidFill>
              <a:latin typeface="Calibri"/>
              <a:ea typeface="Calibri"/>
              <a:cs typeface="Calibri"/>
              <a:sym typeface="Calibri"/>
            </a:endParaRPr>
          </a:p>
        </p:txBody>
      </p:sp>
      <p:grpSp>
        <p:nvGrpSpPr>
          <p:cNvPr id="319" name="Google Shape;319;p25"/>
          <p:cNvGrpSpPr/>
          <p:nvPr/>
        </p:nvGrpSpPr>
        <p:grpSpPr>
          <a:xfrm>
            <a:off x="0" y="545091"/>
            <a:ext cx="15071695" cy="827992"/>
            <a:chOff x="-16184" y="8640158"/>
            <a:chExt cx="4045716" cy="439420"/>
          </a:xfrm>
        </p:grpSpPr>
        <p:sp>
          <p:nvSpPr>
            <p:cNvPr id="320" name="Google Shape;320;p25"/>
            <p:cNvSpPr/>
            <p:nvPr/>
          </p:nvSpPr>
          <p:spPr>
            <a:xfrm>
              <a:off x="-16184" y="8640158"/>
              <a:ext cx="3923363" cy="439420"/>
            </a:xfrm>
            <a:custGeom>
              <a:avLst/>
              <a:gdLst/>
              <a:ahLst/>
              <a:cxnLst/>
              <a:rect l="l" t="t" r="r" b="b"/>
              <a:pathLst>
                <a:path w="3844925" h="439420" extrusionOk="0">
                  <a:moveTo>
                    <a:pt x="0" y="439204"/>
                  </a:moveTo>
                  <a:lnTo>
                    <a:pt x="3844798" y="439204"/>
                  </a:lnTo>
                  <a:lnTo>
                    <a:pt x="3844798" y="0"/>
                  </a:lnTo>
                  <a:lnTo>
                    <a:pt x="0" y="0"/>
                  </a:lnTo>
                  <a:lnTo>
                    <a:pt x="0" y="439204"/>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457200" marR="0" lvl="1" indent="0" algn="ctr" rtl="0">
                <a:spcBef>
                  <a:spcPts val="0"/>
                </a:spcBef>
                <a:spcAft>
                  <a:spcPts val="0"/>
                </a:spcAft>
                <a:buNone/>
              </a:pPr>
              <a:r>
                <a:rPr lang="en-US" sz="5400" b="0" i="0" u="none" strike="noStrike" cap="none" dirty="0">
                  <a:solidFill>
                    <a:schemeClr val="lt1"/>
                  </a:solidFill>
                  <a:latin typeface="Calibri"/>
                  <a:ea typeface="Calibri"/>
                  <a:cs typeface="Calibri"/>
                  <a:sym typeface="Calibri"/>
                </a:rPr>
                <a:t>Power BI Dashboard</a:t>
              </a:r>
              <a:endParaRPr sz="5400" b="0" i="0" u="none" strike="noStrike" cap="none" dirty="0">
                <a:solidFill>
                  <a:schemeClr val="lt1"/>
                </a:solidFill>
                <a:latin typeface="Calibri"/>
                <a:ea typeface="Calibri"/>
                <a:cs typeface="Calibri"/>
                <a:sym typeface="Calibri"/>
              </a:endParaRPr>
            </a:p>
          </p:txBody>
        </p:sp>
        <p:sp>
          <p:nvSpPr>
            <p:cNvPr id="321" name="Google Shape;321;p25"/>
            <p:cNvSpPr/>
            <p:nvPr/>
          </p:nvSpPr>
          <p:spPr>
            <a:xfrm>
              <a:off x="3800173" y="8640158"/>
              <a:ext cx="229359" cy="439420"/>
            </a:xfrm>
            <a:custGeom>
              <a:avLst/>
              <a:gdLst/>
              <a:ahLst/>
              <a:cxnLst/>
              <a:rect l="l" t="t" r="r" b="b"/>
              <a:pathLst>
                <a:path w="439420" h="439420" extrusionOk="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pic>
        <p:nvPicPr>
          <p:cNvPr id="3" name="Picture 2">
            <a:extLst>
              <a:ext uri="{FF2B5EF4-FFF2-40B4-BE49-F238E27FC236}">
                <a16:creationId xmlns:a16="http://schemas.microsoft.com/office/drawing/2014/main" id="{451D5E45-F2C5-263E-0E26-93D96A045309}"/>
              </a:ext>
            </a:extLst>
          </p:cNvPr>
          <p:cNvPicPr>
            <a:picLocks noChangeAspect="1"/>
          </p:cNvPicPr>
          <p:nvPr/>
        </p:nvPicPr>
        <p:blipFill>
          <a:blip r:embed="rId3"/>
          <a:stretch>
            <a:fillRect/>
          </a:stretch>
        </p:blipFill>
        <p:spPr>
          <a:xfrm>
            <a:off x="804041" y="1576100"/>
            <a:ext cx="16727214" cy="762707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26"/>
          <p:cNvSpPr txBox="1">
            <a:spLocks noGrp="1"/>
          </p:cNvSpPr>
          <p:nvPr>
            <p:ph type="sldNum" idx="12"/>
          </p:nvPr>
        </p:nvSpPr>
        <p:spPr>
          <a:xfrm>
            <a:off x="13426034" y="9911198"/>
            <a:ext cx="4277320" cy="5693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3200">
                <a:solidFill>
                  <a:schemeClr val="lt1"/>
                </a:solidFill>
              </a:rPr>
              <a:t>28</a:t>
            </a:fld>
            <a:endParaRPr sz="3200">
              <a:solidFill>
                <a:schemeClr val="lt1"/>
              </a:solidFill>
            </a:endParaRPr>
          </a:p>
        </p:txBody>
      </p:sp>
      <p:grpSp>
        <p:nvGrpSpPr>
          <p:cNvPr id="329" name="Google Shape;329;p26"/>
          <p:cNvGrpSpPr/>
          <p:nvPr/>
        </p:nvGrpSpPr>
        <p:grpSpPr>
          <a:xfrm>
            <a:off x="-2" y="9568581"/>
            <a:ext cx="19010314" cy="1112119"/>
            <a:chOff x="-2" y="9568581"/>
            <a:chExt cx="19010314" cy="1112119"/>
          </a:xfrm>
        </p:grpSpPr>
        <p:grpSp>
          <p:nvGrpSpPr>
            <p:cNvPr id="330" name="Google Shape;330;p26"/>
            <p:cNvGrpSpPr/>
            <p:nvPr/>
          </p:nvGrpSpPr>
          <p:grpSpPr>
            <a:xfrm>
              <a:off x="-2" y="9568581"/>
              <a:ext cx="19010314" cy="1112119"/>
              <a:chOff x="-324645" y="2222500"/>
              <a:chExt cx="22261686" cy="1302327"/>
            </a:xfrm>
          </p:grpSpPr>
          <p:sp>
            <p:nvSpPr>
              <p:cNvPr id="331" name="Google Shape;331;p26"/>
              <p:cNvSpPr/>
              <p:nvPr/>
            </p:nvSpPr>
            <p:spPr>
              <a:xfrm>
                <a:off x="-324645" y="2222500"/>
                <a:ext cx="17644827" cy="1302327"/>
              </a:xfrm>
              <a:custGeom>
                <a:avLst/>
                <a:gdLst/>
                <a:ahLst/>
                <a:cxnLst/>
                <a:rect l="l" t="t" r="r" b="b"/>
                <a:pathLst>
                  <a:path w="1892300" h="440055" extrusionOk="0">
                    <a:moveTo>
                      <a:pt x="0" y="439737"/>
                    </a:moveTo>
                    <a:lnTo>
                      <a:pt x="1892300" y="439737"/>
                    </a:lnTo>
                    <a:lnTo>
                      <a:pt x="1892300" y="0"/>
                    </a:lnTo>
                    <a:lnTo>
                      <a:pt x="0" y="0"/>
                    </a:lnTo>
                    <a:lnTo>
                      <a:pt x="0" y="439737"/>
                    </a:lnTo>
                    <a:close/>
                  </a:path>
                </a:pathLst>
              </a:custGeom>
              <a:solidFill>
                <a:srgbClr val="FFF2C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2" name="Google Shape;332;p26"/>
              <p:cNvSpPr/>
              <p:nvPr/>
            </p:nvSpPr>
            <p:spPr>
              <a:xfrm>
                <a:off x="20621789" y="2222500"/>
                <a:ext cx="1315252" cy="1302327"/>
              </a:xfrm>
              <a:custGeom>
                <a:avLst/>
                <a:gdLst/>
                <a:ahLst/>
                <a:cxnLst/>
                <a:rect l="l" t="t" r="r" b="b"/>
                <a:pathLst>
                  <a:path w="1883409" h="440055" extrusionOk="0">
                    <a:moveTo>
                      <a:pt x="0" y="0"/>
                    </a:moveTo>
                    <a:lnTo>
                      <a:pt x="0" y="439737"/>
                    </a:lnTo>
                    <a:lnTo>
                      <a:pt x="1883155" y="439737"/>
                    </a:lnTo>
                    <a:lnTo>
                      <a:pt x="1883155" y="0"/>
                    </a:lnTo>
                    <a:lnTo>
                      <a:pt x="0" y="0"/>
                    </a:lnTo>
                    <a:close/>
                  </a:path>
                </a:pathLst>
              </a:custGeom>
              <a:solidFill>
                <a:srgbClr val="FF8200"/>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333" name="Google Shape;333;p26"/>
            <p:cNvSpPr/>
            <p:nvPr/>
          </p:nvSpPr>
          <p:spPr>
            <a:xfrm>
              <a:off x="15067756" y="9568581"/>
              <a:ext cx="2819400" cy="1112119"/>
            </a:xfrm>
            <a:custGeom>
              <a:avLst/>
              <a:gdLst/>
              <a:ahLst/>
              <a:cxnLst/>
              <a:rect l="l" t="t" r="r" b="b"/>
              <a:pathLst>
                <a:path w="1883409" h="440055" extrusionOk="0">
                  <a:moveTo>
                    <a:pt x="0" y="0"/>
                  </a:moveTo>
                  <a:lnTo>
                    <a:pt x="0" y="439737"/>
                  </a:lnTo>
                  <a:lnTo>
                    <a:pt x="1883155" y="439737"/>
                  </a:lnTo>
                  <a:lnTo>
                    <a:pt x="1883155" y="0"/>
                  </a:lnTo>
                  <a:lnTo>
                    <a:pt x="0" y="0"/>
                  </a:lnTo>
                  <a:close/>
                </a:path>
              </a:pathLst>
            </a:custGeom>
            <a:solidFill>
              <a:srgbClr val="FEE599"/>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334" name="Google Shape;334;p26"/>
          <p:cNvSpPr txBox="1"/>
          <p:nvPr/>
        </p:nvSpPr>
        <p:spPr>
          <a:xfrm>
            <a:off x="665956" y="9771598"/>
            <a:ext cx="11277600"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dirty="0">
                <a:solidFill>
                  <a:schemeClr val="dk1"/>
                </a:solidFill>
                <a:latin typeface="Times New Roman"/>
                <a:ea typeface="Times New Roman"/>
                <a:cs typeface="Times New Roman"/>
                <a:sym typeface="Times New Roman"/>
              </a:rPr>
              <a:t>HR Data analysis </a:t>
            </a:r>
          </a:p>
        </p:txBody>
      </p:sp>
      <p:sp>
        <p:nvSpPr>
          <p:cNvPr id="336" name="Google Shape;336;p26"/>
          <p:cNvSpPr txBox="1"/>
          <p:nvPr/>
        </p:nvSpPr>
        <p:spPr>
          <a:xfrm>
            <a:off x="17729344" y="9911199"/>
            <a:ext cx="961453" cy="236101"/>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3200">
                <a:solidFill>
                  <a:schemeClr val="lt1"/>
                </a:solidFill>
                <a:latin typeface="Calibri"/>
                <a:ea typeface="Calibri"/>
                <a:cs typeface="Calibri"/>
                <a:sym typeface="Calibri"/>
              </a:rPr>
              <a:t>28</a:t>
            </a:fld>
            <a:endParaRPr sz="1870">
              <a:solidFill>
                <a:schemeClr val="lt1"/>
              </a:solidFill>
              <a:latin typeface="Calibri"/>
              <a:ea typeface="Calibri"/>
              <a:cs typeface="Calibri"/>
              <a:sym typeface="Calibri"/>
            </a:endParaRPr>
          </a:p>
        </p:txBody>
      </p:sp>
      <p:grpSp>
        <p:nvGrpSpPr>
          <p:cNvPr id="337" name="Google Shape;337;p26"/>
          <p:cNvGrpSpPr/>
          <p:nvPr/>
        </p:nvGrpSpPr>
        <p:grpSpPr>
          <a:xfrm>
            <a:off x="-26281" y="774700"/>
            <a:ext cx="15071695" cy="827992"/>
            <a:chOff x="-16184" y="8640158"/>
            <a:chExt cx="4045716" cy="439420"/>
          </a:xfrm>
        </p:grpSpPr>
        <p:sp>
          <p:nvSpPr>
            <p:cNvPr id="338" name="Google Shape;338;p26"/>
            <p:cNvSpPr/>
            <p:nvPr/>
          </p:nvSpPr>
          <p:spPr>
            <a:xfrm>
              <a:off x="-16184" y="8640158"/>
              <a:ext cx="3923363" cy="439420"/>
            </a:xfrm>
            <a:custGeom>
              <a:avLst/>
              <a:gdLst/>
              <a:ahLst/>
              <a:cxnLst/>
              <a:rect l="l" t="t" r="r" b="b"/>
              <a:pathLst>
                <a:path w="3844925" h="439420" extrusionOk="0">
                  <a:moveTo>
                    <a:pt x="0" y="439204"/>
                  </a:moveTo>
                  <a:lnTo>
                    <a:pt x="3844798" y="439204"/>
                  </a:lnTo>
                  <a:lnTo>
                    <a:pt x="3844798" y="0"/>
                  </a:lnTo>
                  <a:lnTo>
                    <a:pt x="0" y="0"/>
                  </a:lnTo>
                  <a:lnTo>
                    <a:pt x="0" y="439204"/>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457200" marR="0" lvl="1" indent="0" algn="ctr" rtl="0">
                <a:spcBef>
                  <a:spcPts val="0"/>
                </a:spcBef>
                <a:spcAft>
                  <a:spcPts val="0"/>
                </a:spcAft>
                <a:buNone/>
              </a:pPr>
              <a:r>
                <a:rPr lang="en-US" sz="5400" b="0" i="0" u="none" strike="noStrike" cap="none" dirty="0">
                  <a:solidFill>
                    <a:schemeClr val="lt1"/>
                  </a:solidFill>
                  <a:latin typeface="Calibri"/>
                  <a:ea typeface="Calibri"/>
                  <a:cs typeface="Calibri"/>
                  <a:sym typeface="Calibri"/>
                </a:rPr>
                <a:t>Dashboard on Power BI with Overview</a:t>
              </a:r>
            </a:p>
          </p:txBody>
        </p:sp>
        <p:sp>
          <p:nvSpPr>
            <p:cNvPr id="339" name="Google Shape;339;p26"/>
            <p:cNvSpPr/>
            <p:nvPr/>
          </p:nvSpPr>
          <p:spPr>
            <a:xfrm>
              <a:off x="3800173" y="8640158"/>
              <a:ext cx="229359" cy="439420"/>
            </a:xfrm>
            <a:custGeom>
              <a:avLst/>
              <a:gdLst/>
              <a:ahLst/>
              <a:cxnLst/>
              <a:rect l="l" t="t" r="r" b="b"/>
              <a:pathLst>
                <a:path w="439420" h="439420" extrusionOk="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340" name="Google Shape;340;p26"/>
          <p:cNvSpPr txBox="1"/>
          <p:nvPr/>
        </p:nvSpPr>
        <p:spPr>
          <a:xfrm>
            <a:off x="1199355" y="2070100"/>
            <a:ext cx="16331899" cy="6679762"/>
          </a:xfrm>
          <a:prstGeom prst="rect">
            <a:avLst/>
          </a:prstGeom>
          <a:noFill/>
          <a:ln>
            <a:noFill/>
          </a:ln>
        </p:spPr>
        <p:txBody>
          <a:bodyPr spcFirstLastPara="1" wrap="square" lIns="91425" tIns="45700" rIns="91425" bIns="45700" anchor="t" anchorCtr="0">
            <a:spAutoFit/>
          </a:bodyPr>
          <a:lstStyle/>
          <a:p>
            <a:pPr marL="571500" marR="0" lvl="0" indent="-571500" rtl="0">
              <a:spcBef>
                <a:spcPts val="0"/>
              </a:spcBef>
              <a:spcAft>
                <a:spcPts val="0"/>
              </a:spcAft>
              <a:buClr>
                <a:schemeClr val="dk1"/>
              </a:buClr>
              <a:buSzPts val="3600"/>
              <a:buFont typeface="Wingdings" panose="05000000000000000000" pitchFamily="2" charset="2"/>
              <a:buChar char="Ø"/>
            </a:pPr>
            <a:r>
              <a:rPr lang="en-US" sz="3600" dirty="0">
                <a:solidFill>
                  <a:schemeClr val="dk1"/>
                </a:solidFill>
                <a:latin typeface="Calibri"/>
                <a:ea typeface="Calibri"/>
                <a:cs typeface="Calibri"/>
                <a:sym typeface="Calibri"/>
              </a:rPr>
              <a:t>The HR dashboard provides a comprehensive overview of key employee metrics, performance indicators, and promotion predictions. </a:t>
            </a:r>
          </a:p>
          <a:p>
            <a:pPr marL="571500" marR="0" lvl="0" indent="-571500" rtl="0">
              <a:spcBef>
                <a:spcPts val="0"/>
              </a:spcBef>
              <a:spcAft>
                <a:spcPts val="0"/>
              </a:spcAft>
              <a:buClr>
                <a:schemeClr val="dk1"/>
              </a:buClr>
              <a:buSzPts val="3600"/>
              <a:buFont typeface="Wingdings" panose="05000000000000000000" pitchFamily="2" charset="2"/>
              <a:buChar char="Ø"/>
            </a:pPr>
            <a:r>
              <a:rPr lang="en-US" sz="3600" dirty="0">
                <a:solidFill>
                  <a:schemeClr val="dk1"/>
                </a:solidFill>
                <a:latin typeface="Calibri"/>
                <a:ea typeface="Calibri"/>
                <a:cs typeface="Calibri"/>
                <a:sym typeface="Calibri"/>
              </a:rPr>
              <a:t>It is designed to aid HR professionals in making informed decisions by visualizing essential data points. </a:t>
            </a:r>
          </a:p>
          <a:p>
            <a:pPr marL="571500" marR="0" lvl="0" indent="-571500" rtl="0">
              <a:spcBef>
                <a:spcPts val="0"/>
              </a:spcBef>
              <a:spcAft>
                <a:spcPts val="0"/>
              </a:spcAft>
              <a:buClr>
                <a:schemeClr val="dk1"/>
              </a:buClr>
              <a:buSzPts val="3600"/>
              <a:buFont typeface="Wingdings" panose="05000000000000000000" pitchFamily="2" charset="2"/>
              <a:buChar char="Ø"/>
            </a:pPr>
            <a:r>
              <a:rPr lang="en-US" sz="3600" dirty="0">
                <a:solidFill>
                  <a:schemeClr val="dk1"/>
                </a:solidFill>
                <a:latin typeface="Calibri"/>
                <a:ea typeface="Calibri"/>
                <a:cs typeface="Calibri"/>
                <a:sym typeface="Calibri"/>
              </a:rPr>
              <a:t>The dashboard includes visualizations of employee demographics, such as distributions across departments, regions, and education levels. It also highlights performance metrics, including average training scores, KPIs met, and awards won. </a:t>
            </a:r>
          </a:p>
          <a:p>
            <a:pPr marL="571500" marR="0" lvl="0" indent="-571500" rtl="0">
              <a:spcBef>
                <a:spcPts val="0"/>
              </a:spcBef>
              <a:spcAft>
                <a:spcPts val="0"/>
              </a:spcAft>
              <a:buClr>
                <a:schemeClr val="dk1"/>
              </a:buClr>
              <a:buSzPts val="3600"/>
              <a:buFont typeface="Wingdings" panose="05000000000000000000" pitchFamily="2" charset="2"/>
              <a:buChar char="Ø"/>
            </a:pPr>
            <a:r>
              <a:rPr lang="en-US" sz="3600" dirty="0">
                <a:solidFill>
                  <a:schemeClr val="dk1"/>
                </a:solidFill>
                <a:latin typeface="Calibri"/>
                <a:ea typeface="Calibri"/>
                <a:cs typeface="Calibri"/>
                <a:sym typeface="Calibri"/>
              </a:rPr>
              <a:t>Furthermore, the dashboard presents model predictions for employee promotions, allowing users to identify high-potential employees and assess the effectiveness of training programs. </a:t>
            </a:r>
          </a:p>
          <a:p>
            <a:pPr marL="571500" marR="0" lvl="0" indent="-571500" rtl="0">
              <a:spcBef>
                <a:spcPts val="0"/>
              </a:spcBef>
              <a:spcAft>
                <a:spcPts val="0"/>
              </a:spcAft>
              <a:buClr>
                <a:schemeClr val="dk1"/>
              </a:buClr>
              <a:buSzPts val="3600"/>
              <a:buFont typeface="Wingdings" panose="05000000000000000000" pitchFamily="2" charset="2"/>
              <a:buChar char="Ø"/>
            </a:pPr>
            <a:r>
              <a:rPr lang="en-US" sz="3600" dirty="0">
                <a:solidFill>
                  <a:schemeClr val="dk1"/>
                </a:solidFill>
                <a:latin typeface="Calibri"/>
                <a:ea typeface="Calibri"/>
                <a:cs typeface="Calibri"/>
                <a:sym typeface="Calibri"/>
              </a:rPr>
              <a:t>By integrating these elements, the dashboard serves as a powerful tool for strategic HR management and decision-making.</a:t>
            </a:r>
            <a:endParaRPr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2" name="Google Shape;362;p28"/>
          <p:cNvSpPr txBox="1">
            <a:spLocks noGrp="1"/>
          </p:cNvSpPr>
          <p:nvPr>
            <p:ph type="sldNum" idx="12"/>
          </p:nvPr>
        </p:nvSpPr>
        <p:spPr>
          <a:xfrm>
            <a:off x="13426034" y="9911198"/>
            <a:ext cx="4277320" cy="5693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3200">
                <a:solidFill>
                  <a:schemeClr val="lt1"/>
                </a:solidFill>
              </a:rPr>
              <a:t>29</a:t>
            </a:fld>
            <a:endParaRPr sz="3200">
              <a:solidFill>
                <a:schemeClr val="lt1"/>
              </a:solidFill>
            </a:endParaRPr>
          </a:p>
        </p:txBody>
      </p:sp>
      <p:grpSp>
        <p:nvGrpSpPr>
          <p:cNvPr id="363" name="Google Shape;363;p28"/>
          <p:cNvGrpSpPr/>
          <p:nvPr/>
        </p:nvGrpSpPr>
        <p:grpSpPr>
          <a:xfrm>
            <a:off x="-2" y="9568581"/>
            <a:ext cx="19010314" cy="1112119"/>
            <a:chOff x="-2" y="9568581"/>
            <a:chExt cx="19010314" cy="1112119"/>
          </a:xfrm>
        </p:grpSpPr>
        <p:grpSp>
          <p:nvGrpSpPr>
            <p:cNvPr id="364" name="Google Shape;364;p28"/>
            <p:cNvGrpSpPr/>
            <p:nvPr/>
          </p:nvGrpSpPr>
          <p:grpSpPr>
            <a:xfrm>
              <a:off x="-2" y="9568581"/>
              <a:ext cx="19010314" cy="1112119"/>
              <a:chOff x="-324645" y="2222500"/>
              <a:chExt cx="22261686" cy="1302327"/>
            </a:xfrm>
          </p:grpSpPr>
          <p:sp>
            <p:nvSpPr>
              <p:cNvPr id="365" name="Google Shape;365;p28"/>
              <p:cNvSpPr/>
              <p:nvPr/>
            </p:nvSpPr>
            <p:spPr>
              <a:xfrm>
                <a:off x="-324645" y="2222500"/>
                <a:ext cx="17644827" cy="1302327"/>
              </a:xfrm>
              <a:custGeom>
                <a:avLst/>
                <a:gdLst/>
                <a:ahLst/>
                <a:cxnLst/>
                <a:rect l="l" t="t" r="r" b="b"/>
                <a:pathLst>
                  <a:path w="1892300" h="440055" extrusionOk="0">
                    <a:moveTo>
                      <a:pt x="0" y="439737"/>
                    </a:moveTo>
                    <a:lnTo>
                      <a:pt x="1892300" y="439737"/>
                    </a:lnTo>
                    <a:lnTo>
                      <a:pt x="1892300" y="0"/>
                    </a:lnTo>
                    <a:lnTo>
                      <a:pt x="0" y="0"/>
                    </a:lnTo>
                    <a:lnTo>
                      <a:pt x="0" y="439737"/>
                    </a:lnTo>
                    <a:close/>
                  </a:path>
                </a:pathLst>
              </a:custGeom>
              <a:solidFill>
                <a:srgbClr val="FFF2C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66" name="Google Shape;366;p28"/>
              <p:cNvSpPr/>
              <p:nvPr/>
            </p:nvSpPr>
            <p:spPr>
              <a:xfrm>
                <a:off x="20621789" y="2222500"/>
                <a:ext cx="1315252" cy="1302327"/>
              </a:xfrm>
              <a:custGeom>
                <a:avLst/>
                <a:gdLst/>
                <a:ahLst/>
                <a:cxnLst/>
                <a:rect l="l" t="t" r="r" b="b"/>
                <a:pathLst>
                  <a:path w="1883409" h="440055" extrusionOk="0">
                    <a:moveTo>
                      <a:pt x="0" y="0"/>
                    </a:moveTo>
                    <a:lnTo>
                      <a:pt x="0" y="439737"/>
                    </a:lnTo>
                    <a:lnTo>
                      <a:pt x="1883155" y="439737"/>
                    </a:lnTo>
                    <a:lnTo>
                      <a:pt x="1883155" y="0"/>
                    </a:lnTo>
                    <a:lnTo>
                      <a:pt x="0" y="0"/>
                    </a:lnTo>
                    <a:close/>
                  </a:path>
                </a:pathLst>
              </a:custGeom>
              <a:solidFill>
                <a:srgbClr val="FF8200"/>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367" name="Google Shape;367;p28"/>
            <p:cNvSpPr/>
            <p:nvPr/>
          </p:nvSpPr>
          <p:spPr>
            <a:xfrm>
              <a:off x="15067756" y="9568581"/>
              <a:ext cx="2819400" cy="1112119"/>
            </a:xfrm>
            <a:custGeom>
              <a:avLst/>
              <a:gdLst/>
              <a:ahLst/>
              <a:cxnLst/>
              <a:rect l="l" t="t" r="r" b="b"/>
              <a:pathLst>
                <a:path w="1883409" h="440055" extrusionOk="0">
                  <a:moveTo>
                    <a:pt x="0" y="0"/>
                  </a:moveTo>
                  <a:lnTo>
                    <a:pt x="0" y="439737"/>
                  </a:lnTo>
                  <a:lnTo>
                    <a:pt x="1883155" y="439737"/>
                  </a:lnTo>
                  <a:lnTo>
                    <a:pt x="1883155" y="0"/>
                  </a:lnTo>
                  <a:lnTo>
                    <a:pt x="0" y="0"/>
                  </a:lnTo>
                  <a:close/>
                </a:path>
              </a:pathLst>
            </a:custGeom>
            <a:solidFill>
              <a:srgbClr val="FEE599"/>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368" name="Google Shape;368;p28"/>
          <p:cNvSpPr txBox="1"/>
          <p:nvPr/>
        </p:nvSpPr>
        <p:spPr>
          <a:xfrm>
            <a:off x="665956" y="9771598"/>
            <a:ext cx="11277600"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dirty="0">
                <a:solidFill>
                  <a:schemeClr val="dk1"/>
                </a:solidFill>
                <a:latin typeface="Times New Roman"/>
                <a:ea typeface="Times New Roman"/>
                <a:cs typeface="Times New Roman"/>
                <a:sym typeface="Times New Roman"/>
              </a:rPr>
              <a:t>HR Data analysis </a:t>
            </a:r>
          </a:p>
        </p:txBody>
      </p:sp>
      <p:sp>
        <p:nvSpPr>
          <p:cNvPr id="370" name="Google Shape;370;p28"/>
          <p:cNvSpPr txBox="1"/>
          <p:nvPr/>
        </p:nvSpPr>
        <p:spPr>
          <a:xfrm>
            <a:off x="17729344" y="9911199"/>
            <a:ext cx="961453" cy="236101"/>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3200">
                <a:solidFill>
                  <a:schemeClr val="lt1"/>
                </a:solidFill>
                <a:latin typeface="Calibri"/>
                <a:ea typeface="Calibri"/>
                <a:cs typeface="Calibri"/>
                <a:sym typeface="Calibri"/>
              </a:rPr>
              <a:t>29</a:t>
            </a:fld>
            <a:endParaRPr sz="1870">
              <a:solidFill>
                <a:schemeClr val="lt1"/>
              </a:solidFill>
              <a:latin typeface="Calibri"/>
              <a:ea typeface="Calibri"/>
              <a:cs typeface="Calibri"/>
              <a:sym typeface="Calibri"/>
            </a:endParaRPr>
          </a:p>
        </p:txBody>
      </p:sp>
      <p:grpSp>
        <p:nvGrpSpPr>
          <p:cNvPr id="371" name="Google Shape;371;p28"/>
          <p:cNvGrpSpPr/>
          <p:nvPr/>
        </p:nvGrpSpPr>
        <p:grpSpPr>
          <a:xfrm>
            <a:off x="-26281" y="774700"/>
            <a:ext cx="15071695" cy="827992"/>
            <a:chOff x="-16184" y="8640158"/>
            <a:chExt cx="4045716" cy="439420"/>
          </a:xfrm>
        </p:grpSpPr>
        <p:sp>
          <p:nvSpPr>
            <p:cNvPr id="372" name="Google Shape;372;p28"/>
            <p:cNvSpPr/>
            <p:nvPr/>
          </p:nvSpPr>
          <p:spPr>
            <a:xfrm>
              <a:off x="-16184" y="8640158"/>
              <a:ext cx="3923363" cy="439420"/>
            </a:xfrm>
            <a:custGeom>
              <a:avLst/>
              <a:gdLst/>
              <a:ahLst/>
              <a:cxnLst/>
              <a:rect l="l" t="t" r="r" b="b"/>
              <a:pathLst>
                <a:path w="3844925" h="439420" extrusionOk="0">
                  <a:moveTo>
                    <a:pt x="0" y="439204"/>
                  </a:moveTo>
                  <a:lnTo>
                    <a:pt x="3844798" y="439204"/>
                  </a:lnTo>
                  <a:lnTo>
                    <a:pt x="3844798" y="0"/>
                  </a:lnTo>
                  <a:lnTo>
                    <a:pt x="0" y="0"/>
                  </a:lnTo>
                  <a:lnTo>
                    <a:pt x="0" y="439204"/>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457200" marR="0" lvl="1" indent="0" algn="ctr" rtl="0">
                <a:spcBef>
                  <a:spcPts val="0"/>
                </a:spcBef>
                <a:spcAft>
                  <a:spcPts val="0"/>
                </a:spcAft>
                <a:buNone/>
              </a:pPr>
              <a:r>
                <a:rPr lang="en-US" sz="5400" b="0" i="0" u="none" strike="noStrike" cap="none" dirty="0">
                  <a:solidFill>
                    <a:schemeClr val="lt1"/>
                  </a:solidFill>
                  <a:latin typeface="Calibri"/>
                  <a:ea typeface="Calibri"/>
                  <a:cs typeface="Calibri"/>
                  <a:sym typeface="Calibri"/>
                </a:rPr>
                <a:t>Conclusion</a:t>
              </a:r>
              <a:endParaRPr lang="en-US" sz="2000" b="0" i="0" u="none" strike="noStrike" cap="none" dirty="0">
                <a:solidFill>
                  <a:schemeClr val="lt1"/>
                </a:solidFill>
                <a:latin typeface="Calibri"/>
                <a:ea typeface="Calibri"/>
                <a:cs typeface="Calibri"/>
                <a:sym typeface="Calibri"/>
              </a:endParaRPr>
            </a:p>
          </p:txBody>
        </p:sp>
        <p:sp>
          <p:nvSpPr>
            <p:cNvPr id="373" name="Google Shape;373;p28"/>
            <p:cNvSpPr/>
            <p:nvPr/>
          </p:nvSpPr>
          <p:spPr>
            <a:xfrm>
              <a:off x="3800173" y="8640158"/>
              <a:ext cx="229359" cy="439420"/>
            </a:xfrm>
            <a:custGeom>
              <a:avLst/>
              <a:gdLst/>
              <a:ahLst/>
              <a:cxnLst/>
              <a:rect l="l" t="t" r="r" b="b"/>
              <a:pathLst>
                <a:path w="439420" h="439420" extrusionOk="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374" name="Google Shape;374;p28"/>
          <p:cNvSpPr txBox="1"/>
          <p:nvPr/>
        </p:nvSpPr>
        <p:spPr>
          <a:xfrm>
            <a:off x="1642862" y="2521262"/>
            <a:ext cx="14450577" cy="5016718"/>
          </a:xfrm>
          <a:prstGeom prst="rect">
            <a:avLst/>
          </a:prstGeom>
          <a:noFill/>
          <a:ln>
            <a:noFill/>
          </a:ln>
        </p:spPr>
        <p:txBody>
          <a:bodyPr spcFirstLastPara="1" wrap="square" lIns="91425" tIns="45700" rIns="91425" bIns="45700" anchor="t" anchorCtr="0">
            <a:spAutoFit/>
          </a:bodyPr>
          <a:lstStyle/>
          <a:p>
            <a:pPr marL="457200" marR="0" lvl="0" indent="-457200" rtl="0">
              <a:spcBef>
                <a:spcPts val="0"/>
              </a:spcBef>
              <a:spcAft>
                <a:spcPts val="0"/>
              </a:spcAft>
              <a:buClr>
                <a:schemeClr val="dk1"/>
              </a:buClr>
              <a:buSzPts val="3200"/>
              <a:buFont typeface="Wingdings" panose="05000000000000000000" pitchFamily="2" charset="2"/>
              <a:buChar char="Ø"/>
            </a:pPr>
            <a:r>
              <a:rPr lang="en-US" sz="3200" dirty="0">
                <a:solidFill>
                  <a:schemeClr val="dk1"/>
                </a:solidFill>
                <a:latin typeface="Calibri"/>
                <a:ea typeface="Calibri"/>
                <a:cs typeface="Calibri"/>
                <a:sym typeface="Calibri"/>
              </a:rPr>
              <a:t>The HR dashboard project successfully integrates extensive data preprocessing, robust model training, and insightful visualization to enhance strategic decision-making. </a:t>
            </a:r>
          </a:p>
          <a:p>
            <a:pPr marL="457200" marR="0" lvl="0" indent="-457200" rtl="0">
              <a:spcBef>
                <a:spcPts val="0"/>
              </a:spcBef>
              <a:spcAft>
                <a:spcPts val="0"/>
              </a:spcAft>
              <a:buClr>
                <a:schemeClr val="dk1"/>
              </a:buClr>
              <a:buSzPts val="3200"/>
              <a:buFont typeface="Wingdings" panose="05000000000000000000" pitchFamily="2" charset="2"/>
              <a:buChar char="Ø"/>
            </a:pPr>
            <a:r>
              <a:rPr lang="en-US" sz="3200" dirty="0">
                <a:solidFill>
                  <a:schemeClr val="dk1"/>
                </a:solidFill>
                <a:latin typeface="Calibri"/>
                <a:ea typeface="Calibri"/>
                <a:cs typeface="Calibri"/>
                <a:sym typeface="Calibri"/>
              </a:rPr>
              <a:t>Leveraging libraries like pandas, matplotlib, and seaborn for data handling and visualization, and employing machine learning models for accurate promotion predictions, the project demonstrates a comprehensive approach to HR analytics.</a:t>
            </a:r>
          </a:p>
          <a:p>
            <a:pPr marL="457200" marR="0" lvl="0" indent="-457200" rtl="0">
              <a:spcBef>
                <a:spcPts val="0"/>
              </a:spcBef>
              <a:spcAft>
                <a:spcPts val="0"/>
              </a:spcAft>
              <a:buClr>
                <a:schemeClr val="dk1"/>
              </a:buClr>
              <a:buSzPts val="3200"/>
              <a:buFont typeface="Wingdings" panose="05000000000000000000" pitchFamily="2" charset="2"/>
              <a:buChar char="Ø"/>
            </a:pPr>
            <a:r>
              <a:rPr lang="en-US" sz="3200" dirty="0">
                <a:solidFill>
                  <a:schemeClr val="dk1"/>
                </a:solidFill>
                <a:latin typeface="Calibri"/>
                <a:ea typeface="Calibri"/>
                <a:cs typeface="Calibri"/>
                <a:sym typeface="Calibri"/>
              </a:rPr>
              <a:t>The dashboard effectively presents key employee metrics, performance indicators, and promotion likelihoods, enabling HR professionals to make data-driven decisions. Overall, this project exemplifies the power of data analytics in optimizing</a:t>
            </a:r>
          </a:p>
          <a:p>
            <a:pPr marL="457200" marR="0" lvl="0" indent="-457200" rtl="0">
              <a:spcBef>
                <a:spcPts val="0"/>
              </a:spcBef>
              <a:spcAft>
                <a:spcPts val="0"/>
              </a:spcAft>
              <a:buClr>
                <a:schemeClr val="dk1"/>
              </a:buClr>
              <a:buSzPts val="3200"/>
              <a:buFont typeface="Wingdings" panose="05000000000000000000" pitchFamily="2" charset="2"/>
              <a:buChar char="Ø"/>
            </a:pPr>
            <a:r>
              <a:rPr lang="en-US" sz="3200" dirty="0">
                <a:solidFill>
                  <a:schemeClr val="dk1"/>
                </a:solidFill>
                <a:latin typeface="Calibri"/>
                <a:ea typeface="Calibri"/>
                <a:cs typeface="Calibri"/>
                <a:sym typeface="Calibri"/>
              </a:rPr>
              <a:t> HR processes and improving organizational outcomes.</a:t>
            </a:r>
            <a:endParaRPr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29"/>
          <p:cNvSpPr txBox="1">
            <a:spLocks noGrp="1"/>
          </p:cNvSpPr>
          <p:nvPr>
            <p:ph type="sldNum" idx="12"/>
          </p:nvPr>
        </p:nvSpPr>
        <p:spPr>
          <a:xfrm>
            <a:off x="13426034" y="9911198"/>
            <a:ext cx="4277320" cy="5693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30</a:t>
            </a:fld>
            <a:endParaRPr/>
          </a:p>
        </p:txBody>
      </p:sp>
      <p:pic>
        <p:nvPicPr>
          <p:cNvPr id="380" name="Google Shape;380;p29" descr="Text, letter&#10;&#10;Description automatically generated"/>
          <p:cNvPicPr preferRelativeResize="0"/>
          <p:nvPr/>
        </p:nvPicPr>
        <p:blipFill rotWithShape="1">
          <a:blip r:embed="rId3">
            <a:alphaModFix/>
          </a:blip>
          <a:srcRect/>
          <a:stretch/>
        </p:blipFill>
        <p:spPr>
          <a:xfrm>
            <a:off x="0" y="6453"/>
            <a:ext cx="19182556" cy="10709173"/>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771</TotalTime>
  <Words>2340</Words>
  <Application>Microsoft Office PowerPoint</Application>
  <PresentationFormat>Custom</PresentationFormat>
  <Paragraphs>248</Paragraphs>
  <Slides>30</Slides>
  <Notes>15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30</vt:i4>
      </vt:variant>
    </vt:vector>
  </HeadingPairs>
  <TitlesOfParts>
    <vt:vector size="38" baseType="lpstr">
      <vt:lpstr>Arial</vt:lpstr>
      <vt:lpstr>Calibri</vt:lpstr>
      <vt:lpstr>Consolas</vt:lpstr>
      <vt:lpstr>Noto Sans Symbols</vt:lpstr>
      <vt:lpstr>Times New Roman</vt:lpstr>
      <vt:lpstr>var(--jp-code-font-family)</vt:lpstr>
      <vt:lpstr>Wingdings</vt:lpstr>
      <vt:lpstr>Office Theme</vt:lpstr>
      <vt:lpstr>PowerPoint Presentation</vt:lpstr>
      <vt:lpstr>PowerPoint Presentation</vt:lpstr>
      <vt:lpstr>PowerPoint Presentation</vt:lpstr>
      <vt:lpstr>PowerPoint Presentation</vt:lpstr>
      <vt:lpstr>   </vt:lpstr>
      <vt:lpstr>   </vt:lpstr>
      <vt:lpstr>   </vt:lpstr>
      <vt:lpstr>   </vt:lpstr>
      <vt:lpstr>   </vt:lpstr>
      <vt:lpstr>   </vt:lpstr>
      <vt:lpstr>   </vt:lpstr>
      <vt:lpstr>   </vt:lpstr>
      <vt:lpstr>   </vt:lpstr>
      <vt:lpstr>   </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Himanshu Kumar</dc:creator>
  <cp:lastModifiedBy>yashwanth chintu</cp:lastModifiedBy>
  <cp:revision>12</cp:revision>
  <dcterms:modified xsi:type="dcterms:W3CDTF">2025-07-05T19:45:47Z</dcterms:modified>
</cp:coreProperties>
</file>